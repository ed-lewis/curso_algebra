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2" r:id="rId2"/>
    <p:sldId id="518" r:id="rId3"/>
    <p:sldId id="514" r:id="rId4"/>
    <p:sldId id="515" r:id="rId5"/>
    <p:sldId id="516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A4570-81C0-423A-94B3-0CEBDFB059A9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43B3C-6B56-4DB9-B8C5-7AAFDCBAF5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20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43B3C-6B56-4DB9-B8C5-7AAFDCBAF55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986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43B3C-6B56-4DB9-B8C5-7AAFDCBAF55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7817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43B3C-6B56-4DB9-B8C5-7AAFDCBAF55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4683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43B3C-6B56-4DB9-B8C5-7AAFDCBAF55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1200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94466-33D4-4291-AEAB-7DF595163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AFC2AE-93AC-4680-8E7C-B02CB197C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154236-9168-49B8-BC9E-CF41B465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80C4A-8AD4-4FC6-87E9-7CA1E027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D231B-0F56-44C4-B2A7-1017698E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9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9ADD8-0B53-44E3-92A7-75C9F828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1DEF2-57B0-4E4C-A2FD-A9EDE6335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D92E1-EF5F-4177-A65B-65AEBAEE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87010-2C39-4AEB-833C-16B0EC62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898AF-588A-4892-968A-ABFE954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75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E29DB-B9F1-41DF-B604-5533FBFA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D8C934-FDC0-453A-8B03-CC1845C0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5B5CD-2E6D-4712-80D9-8422C114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2413D-C958-4F78-AA2D-365AF04A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B3E4D-6BA3-4415-80D5-E0BCFD12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5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B79B8-5798-415F-BEC8-9449C876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6D46B-F31B-437E-87AA-879EC0AF6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B5E6E9-120E-4119-AE60-B175FF9EC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1CA78-AA2E-41D6-960B-5CA60B18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369B28-2C38-4790-901C-7239BAE9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F6621F-49FD-45A9-9381-8E9B565A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06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ACFB2-05E5-469A-A221-C2450C85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DAA59-8B01-4D64-97B7-10AD559C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3C0BDC-4F4F-487F-8C55-53A0A38A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57F3EA-1617-4594-9736-18B1B044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CA8F34-5316-4F01-A2C0-0FCA26766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363F45-C4D4-4493-B200-8C67BB65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B3CF5C-3D4B-436D-B1A6-32BA1BE3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19D8B8-B300-4377-B784-45CB3069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29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AE2E9-6B3C-4ABC-9168-0A9FFCEF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F18D2-3152-4968-BE18-2527E67A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9F55EA-76D4-486C-849A-4A762B5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22ED98-7ABE-4270-AAD6-645A1E27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2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FDF1FEE-8714-458A-9236-55AB851A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128630-B400-439D-8FD6-7C95A082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60FDC8-5046-4D4E-943D-51AF3235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0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91A1F-51B4-4ABB-AF32-A3634206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694D5-0149-432D-8B95-6BBAE349C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68A95-224F-465C-ACEB-E0FFE218A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B8D33D-ED48-4F75-94FB-EB701647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3D3291-E87E-4E1F-BA75-9AB958BC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882FF1-8A36-448A-BC6E-EC64D4B6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2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A6073-6014-4043-BE2D-20BCF986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DE7003-D0E2-45C3-B9E0-5E71D21EB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46E02D-B33F-4063-A944-75D22F25A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FBA53E-5280-4F19-B9EC-13EDF7B0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0BC751-C1C0-4F88-A020-0831D9CB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D7C60B-9C74-4FEB-90BB-282213C8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97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56574-CF26-47C8-AF0C-B847C3C2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7281DF-1488-4181-96DB-4AFD3564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D7EBF4-DB7E-4E9B-B749-26975E99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ACBE3-FF6F-4046-BBFB-4F79F33A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47086A-B25A-44EE-AD4B-E1110441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0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1BA9F9-8E36-4035-A04B-03BBC8982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F3AD45-D5F8-44FD-928C-BF99F8B8B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7D66E-2272-43D1-9940-95CD6F89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7757E6-72B0-469C-A808-56DC2907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CD322F-100D-4FCE-AE9A-92BAA82C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4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33705E-AD18-46DB-9B9E-463034FF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0CB9AC-6007-4C88-A0E9-4E131A21D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962D1-C7EF-48E8-80E5-524E61215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5984B-C99F-4A38-A308-4C0AB46BC4AE}" type="datetimeFigureOut">
              <a:rPr lang="pt-BR" smtClean="0"/>
              <a:t>05/08/2021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0CF00F-0B12-4CCE-9938-ACF09688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9F014-1BA4-4394-9471-4FCFAAC6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32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47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" Type="http://schemas.openxmlformats.org/officeDocument/2006/relationships/image" Target="../media/image47.png"/><Relationship Id="rId21" Type="http://schemas.openxmlformats.org/officeDocument/2006/relationships/image" Target="../media/image74.png"/><Relationship Id="rId12" Type="http://schemas.openxmlformats.org/officeDocument/2006/relationships/image" Target="../media/image56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77.png"/><Relationship Id="rId5" Type="http://schemas.openxmlformats.org/officeDocument/2006/relationships/image" Target="../media/image49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19" Type="http://schemas.openxmlformats.org/officeDocument/2006/relationships/image" Target="../media/image72.png"/><Relationship Id="rId4" Type="http://schemas.openxmlformats.org/officeDocument/2006/relationships/image" Target="../media/image48.png"/><Relationship Id="rId14" Type="http://schemas.openxmlformats.org/officeDocument/2006/relationships/image" Target="../media/image58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Relationship Id="rId30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5557BD11-BE61-4B7E-A186-5BABFFC88603}"/>
              </a:ext>
            </a:extLst>
          </p:cNvPr>
          <p:cNvSpPr txBox="1">
            <a:spLocks/>
          </p:cNvSpPr>
          <p:nvPr/>
        </p:nvSpPr>
        <p:spPr>
          <a:xfrm>
            <a:off x="927315" y="5437166"/>
            <a:ext cx="10337369" cy="536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Prof. Luciano Galdino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5341CB5-B20A-43F7-AD92-D8444021F427}"/>
              </a:ext>
            </a:extLst>
          </p:cNvPr>
          <p:cNvSpPr txBox="1">
            <a:spLocks/>
          </p:cNvSpPr>
          <p:nvPr/>
        </p:nvSpPr>
        <p:spPr>
          <a:xfrm>
            <a:off x="0" y="1612482"/>
            <a:ext cx="12192000" cy="31792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4900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Álgebra Linear com Python para </a:t>
            </a:r>
            <a:r>
              <a:rPr lang="pt-BR" sz="49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</a:t>
            </a: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Learning e Modelagem Matemática</a:t>
            </a:r>
            <a:endParaRPr lang="pt-BR" sz="4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5300" b="1" dirty="0"/>
          </a:p>
        </p:txBody>
      </p:sp>
    </p:spTree>
    <p:extLst>
      <p:ext uri="{BB962C8B-B14F-4D97-AF65-F5344CB8AC3E}">
        <p14:creationId xmlns:p14="http://schemas.microsoft.com/office/powerpoint/2010/main" val="428901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6DA376D-FB89-4FDC-BE6C-7B00A788E852}"/>
                  </a:ext>
                </a:extLst>
              </p:cNvPr>
              <p:cNvSpPr txBox="1"/>
              <p:nvPr/>
            </p:nvSpPr>
            <p:spPr>
              <a:xfrm>
                <a:off x="1231289" y="3542517"/>
                <a:ext cx="347018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sz="2800" b="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6DA376D-FB89-4FDC-BE6C-7B00A788E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289" y="3542517"/>
                <a:ext cx="347018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04F763EF-3F34-404A-8032-F8EB79AD1217}"/>
                  </a:ext>
                </a:extLst>
              </p:cNvPr>
              <p:cNvSpPr txBox="1"/>
              <p:nvPr/>
            </p:nvSpPr>
            <p:spPr>
              <a:xfrm>
                <a:off x="1189085" y="4049028"/>
                <a:ext cx="335925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 2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=−1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04F763EF-3F34-404A-8032-F8EB79AD1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085" y="4049028"/>
                <a:ext cx="335925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3960853A-D794-4828-950A-0D1728B4BFE4}"/>
              </a:ext>
            </a:extLst>
          </p:cNvPr>
          <p:cNvSpPr/>
          <p:nvPr/>
        </p:nvSpPr>
        <p:spPr>
          <a:xfrm>
            <a:off x="803844" y="3542517"/>
            <a:ext cx="328969" cy="15762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75FB2D75-5013-4679-B0BA-CDDD35E19172}"/>
                  </a:ext>
                </a:extLst>
              </p:cNvPr>
              <p:cNvSpPr txBox="1"/>
              <p:nvPr/>
            </p:nvSpPr>
            <p:spPr>
              <a:xfrm>
                <a:off x="996464" y="4545810"/>
                <a:ext cx="413991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=−11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75FB2D75-5013-4679-B0BA-CDDD35E19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64" y="4545810"/>
                <a:ext cx="413991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tângulo 17">
            <a:extLst>
              <a:ext uri="{FF2B5EF4-FFF2-40B4-BE49-F238E27FC236}">
                <a16:creationId xmlns:a16="http://schemas.microsoft.com/office/drawing/2014/main" id="{89A5284D-B014-416E-BD84-6F6E049C5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727" y="289016"/>
            <a:ext cx="10818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Equação linear em forma matricial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0E0944DD-122A-4DA2-98CF-D94B16E47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830" y="1301616"/>
            <a:ext cx="11091508" cy="954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Toda equação linear pode ser escrita em forma de matriz, e isso facilita muito o desenvolvimento de códigos computacionais.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412191D2-0902-4FD7-AC31-B04D1406AAD6}"/>
                  </a:ext>
                </a:extLst>
              </p:cNvPr>
              <p:cNvSpPr txBox="1"/>
              <p:nvPr/>
            </p:nvSpPr>
            <p:spPr>
              <a:xfrm>
                <a:off x="5892346" y="3670429"/>
                <a:ext cx="2218107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412191D2-0902-4FD7-AC31-B04D1406A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346" y="3670429"/>
                <a:ext cx="2218107" cy="11394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D78D901-05B9-422D-A1ED-9AD29512BEC2}"/>
                  </a:ext>
                </a:extLst>
              </p:cNvPr>
              <p:cNvSpPr txBox="1"/>
              <p:nvPr/>
            </p:nvSpPr>
            <p:spPr>
              <a:xfrm>
                <a:off x="5108275" y="2570336"/>
                <a:ext cx="150496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D78D901-05B9-422D-A1ED-9AD29512B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275" y="2570336"/>
                <a:ext cx="150496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1361F6D3-C486-4788-910E-9F5592D69A3F}"/>
              </a:ext>
            </a:extLst>
          </p:cNvPr>
          <p:cNvSpPr/>
          <p:nvPr/>
        </p:nvSpPr>
        <p:spPr>
          <a:xfrm>
            <a:off x="4698613" y="4155728"/>
            <a:ext cx="984362" cy="239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AE32847E-E75D-4F7A-9C80-E559475888C6}"/>
              </a:ext>
            </a:extLst>
          </p:cNvPr>
          <p:cNvCxnSpPr/>
          <p:nvPr/>
        </p:nvCxnSpPr>
        <p:spPr>
          <a:xfrm flipH="1">
            <a:off x="5992840" y="4809843"/>
            <a:ext cx="773723" cy="5358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1">
            <a:extLst>
              <a:ext uri="{FF2B5EF4-FFF2-40B4-BE49-F238E27FC236}">
                <a16:creationId xmlns:a16="http://schemas.microsoft.com/office/drawing/2014/main" id="{4E854505-B497-49D7-9336-C0B58B85D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657" y="5334866"/>
            <a:ext cx="27723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000" dirty="0">
                <a:solidFill>
                  <a:srgbClr val="FF0000"/>
                </a:solidFill>
              </a:rPr>
              <a:t>Matriz dos coeficientes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1CE9B0F8-A63F-43D4-9C4A-A3737F790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4341" y="2570336"/>
            <a:ext cx="136062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000" dirty="0">
                <a:solidFill>
                  <a:srgbClr val="FF0000"/>
                </a:solidFill>
              </a:rPr>
              <a:t>Vetor das Incógnitas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0350E049-9CB7-4565-87D5-42B4D76794ED}"/>
              </a:ext>
            </a:extLst>
          </p:cNvPr>
          <p:cNvCxnSpPr>
            <a:cxnSpLocks/>
          </p:cNvCxnSpPr>
          <p:nvPr/>
        </p:nvCxnSpPr>
        <p:spPr>
          <a:xfrm flipV="1">
            <a:off x="8525006" y="3062779"/>
            <a:ext cx="720293" cy="6142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3A4211E3-BF84-4013-B588-A25EE09807FD}"/>
              </a:ext>
            </a:extLst>
          </p:cNvPr>
          <p:cNvCxnSpPr>
            <a:cxnSpLocks/>
          </p:cNvCxnSpPr>
          <p:nvPr/>
        </p:nvCxnSpPr>
        <p:spPr>
          <a:xfrm>
            <a:off x="9745921" y="4920425"/>
            <a:ext cx="720446" cy="5582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11">
            <a:extLst>
              <a:ext uri="{FF2B5EF4-FFF2-40B4-BE49-F238E27FC236}">
                <a16:creationId xmlns:a16="http://schemas.microsoft.com/office/drawing/2014/main" id="{AA7F3840-F4DE-49A5-8E9D-C9C28BA97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2781" y="5484966"/>
            <a:ext cx="15243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000" dirty="0">
                <a:solidFill>
                  <a:srgbClr val="FF0000"/>
                </a:solidFill>
              </a:rPr>
              <a:t>Vetor das Constantes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2921D059-1B5C-4C7C-8A82-41545B0D6381}"/>
                  </a:ext>
                </a:extLst>
              </p:cNvPr>
              <p:cNvSpPr txBox="1"/>
              <p:nvPr/>
            </p:nvSpPr>
            <p:spPr>
              <a:xfrm>
                <a:off x="8064490" y="3707586"/>
                <a:ext cx="856195" cy="1140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2921D059-1B5C-4C7C-8A82-41545B0D6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490" y="3707586"/>
                <a:ext cx="856195" cy="11405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D25FF02C-88D8-43B7-BEE4-61F8CBE50363}"/>
                  </a:ext>
                </a:extLst>
              </p:cNvPr>
              <p:cNvSpPr txBox="1"/>
              <p:nvPr/>
            </p:nvSpPr>
            <p:spPr>
              <a:xfrm>
                <a:off x="8761924" y="3670429"/>
                <a:ext cx="1400960" cy="1136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D25FF02C-88D8-43B7-BEE4-61F8CBE50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1924" y="3670429"/>
                <a:ext cx="1400960" cy="113659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92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/>
      <p:bldP spid="17" grpId="0"/>
      <p:bldP spid="2" grpId="0" animBg="1"/>
      <p:bldP spid="19" grpId="0"/>
      <p:bldP spid="20" grpId="0"/>
      <p:bldP spid="25" grpId="0"/>
      <p:bldP spid="32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6DA376D-FB89-4FDC-BE6C-7B00A788E852}"/>
                  </a:ext>
                </a:extLst>
              </p:cNvPr>
              <p:cNvSpPr txBox="1"/>
              <p:nvPr/>
            </p:nvSpPr>
            <p:spPr>
              <a:xfrm>
                <a:off x="4843181" y="4573331"/>
                <a:ext cx="299280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sz="2800" b="0" dirty="0"/>
                  <a:t>   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6DA376D-FB89-4FDC-BE6C-7B00A788E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181" y="4573331"/>
                <a:ext cx="299280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04F763EF-3F34-404A-8032-F8EB79AD1217}"/>
                  </a:ext>
                </a:extLst>
              </p:cNvPr>
              <p:cNvSpPr txBox="1"/>
              <p:nvPr/>
            </p:nvSpPr>
            <p:spPr>
              <a:xfrm>
                <a:off x="4843181" y="5079842"/>
                <a:ext cx="28918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 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=−1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04F763EF-3F34-404A-8032-F8EB79AD1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181" y="5079842"/>
                <a:ext cx="289181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3960853A-D794-4828-950A-0D1728B4BFE4}"/>
              </a:ext>
            </a:extLst>
          </p:cNvPr>
          <p:cNvSpPr/>
          <p:nvPr/>
        </p:nvSpPr>
        <p:spPr>
          <a:xfrm>
            <a:off x="4514212" y="4573331"/>
            <a:ext cx="328969" cy="15762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75FB2D75-5013-4679-B0BA-CDDD35E19172}"/>
                  </a:ext>
                </a:extLst>
              </p:cNvPr>
              <p:cNvSpPr txBox="1"/>
              <p:nvPr/>
            </p:nvSpPr>
            <p:spPr>
              <a:xfrm>
                <a:off x="4706832" y="5576624"/>
                <a:ext cx="352019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=−11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75FB2D75-5013-4679-B0BA-CDDD35E19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832" y="5576624"/>
                <a:ext cx="352019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tângulo 17">
            <a:extLst>
              <a:ext uri="{FF2B5EF4-FFF2-40B4-BE49-F238E27FC236}">
                <a16:creationId xmlns:a16="http://schemas.microsoft.com/office/drawing/2014/main" id="{89A5284D-B014-416E-BD84-6F6E049C5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727" y="289016"/>
            <a:ext cx="108180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Resolução de um sistema linear Regra de </a:t>
            </a:r>
            <a:r>
              <a:rPr lang="pt-BR" altLang="pt-BR" sz="3200" b="1" dirty="0" err="1"/>
              <a:t>Cramer</a:t>
            </a:r>
            <a:endParaRPr lang="pt-BR" altLang="pt-BR" sz="3200" b="1" dirty="0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0E0944DD-122A-4DA2-98CF-D94B16E47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727" y="2461887"/>
            <a:ext cx="11091508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Onde </a:t>
            </a:r>
            <a:r>
              <a:rPr lang="pt-BR" altLang="pt-BR" sz="2801" dirty="0" err="1"/>
              <a:t>detA</a:t>
            </a:r>
            <a:r>
              <a:rPr lang="pt-BR" altLang="pt-BR" sz="2801" dirty="0"/>
              <a:t> deve ser diferente de zero.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3D750B3-2875-4BCD-9868-075A05AEDB7B}"/>
                  </a:ext>
                </a:extLst>
              </p:cNvPr>
              <p:cNvSpPr txBox="1"/>
              <p:nvPr/>
            </p:nvSpPr>
            <p:spPr>
              <a:xfrm>
                <a:off x="907727" y="1294654"/>
                <a:ext cx="1691873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3D750B3-2875-4BCD-9868-075A05AED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27" y="1294654"/>
                <a:ext cx="1691873" cy="8180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615395AE-0983-4DC6-AE45-06C38FDA10D6}"/>
                  </a:ext>
                </a:extLst>
              </p:cNvPr>
              <p:cNvSpPr txBox="1"/>
              <p:nvPr/>
            </p:nvSpPr>
            <p:spPr>
              <a:xfrm>
                <a:off x="5058153" y="1282855"/>
                <a:ext cx="1707327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615395AE-0983-4DC6-AE45-06C38FDA1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153" y="1282855"/>
                <a:ext cx="1707327" cy="8298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9F72EF97-A3F2-44A3-99CB-CC7EBD8C5911}"/>
                  </a:ext>
                </a:extLst>
              </p:cNvPr>
              <p:cNvSpPr txBox="1"/>
              <p:nvPr/>
            </p:nvSpPr>
            <p:spPr>
              <a:xfrm>
                <a:off x="9224033" y="1294654"/>
                <a:ext cx="1652183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9F72EF97-A3F2-44A3-99CB-CC7EBD8C5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033" y="1294654"/>
                <a:ext cx="1652183" cy="8180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11">
            <a:extLst>
              <a:ext uri="{FF2B5EF4-FFF2-40B4-BE49-F238E27FC236}">
                <a16:creationId xmlns:a16="http://schemas.microsoft.com/office/drawing/2014/main" id="{2FABFABA-94DF-45C5-B5F6-5C5C812EC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727" y="3439120"/>
            <a:ext cx="11091508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Exemplo</a:t>
            </a:r>
            <a:r>
              <a:rPr lang="pt-BR" altLang="pt-BR" sz="2801" dirty="0"/>
              <a:t>: Resolva o sistema a seguir:</a:t>
            </a:r>
          </a:p>
        </p:txBody>
      </p:sp>
    </p:spTree>
    <p:extLst>
      <p:ext uri="{BB962C8B-B14F-4D97-AF65-F5344CB8AC3E}">
        <p14:creationId xmlns:p14="http://schemas.microsoft.com/office/powerpoint/2010/main" val="352346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/>
      <p:bldP spid="16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3D750B3-2875-4BCD-9868-075A05AEDB7B}"/>
                  </a:ext>
                </a:extLst>
              </p:cNvPr>
              <p:cNvSpPr txBox="1"/>
              <p:nvPr/>
            </p:nvSpPr>
            <p:spPr>
              <a:xfrm>
                <a:off x="738915" y="2385873"/>
                <a:ext cx="1691873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3D750B3-2875-4BCD-9868-075A05AED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915" y="2385873"/>
                <a:ext cx="1691873" cy="818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615395AE-0983-4DC6-AE45-06C38FDA10D6}"/>
                  </a:ext>
                </a:extLst>
              </p:cNvPr>
              <p:cNvSpPr txBox="1"/>
              <p:nvPr/>
            </p:nvSpPr>
            <p:spPr>
              <a:xfrm>
                <a:off x="723461" y="3924611"/>
                <a:ext cx="1707327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615395AE-0983-4DC6-AE45-06C38FDA1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61" y="3924611"/>
                <a:ext cx="1707327" cy="829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9F72EF97-A3F2-44A3-99CB-CC7EBD8C5911}"/>
                  </a:ext>
                </a:extLst>
              </p:cNvPr>
              <p:cNvSpPr txBox="1"/>
              <p:nvPr/>
            </p:nvSpPr>
            <p:spPr>
              <a:xfrm>
                <a:off x="723461" y="5475148"/>
                <a:ext cx="1652183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9F72EF97-A3F2-44A3-99CB-CC7EBD8C5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61" y="5475148"/>
                <a:ext cx="1652183" cy="8180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2DAC2913-7285-4561-B4A9-19D48D1D0427}"/>
                  </a:ext>
                </a:extLst>
              </p:cNvPr>
              <p:cNvSpPr txBox="1"/>
              <p:nvPr/>
            </p:nvSpPr>
            <p:spPr>
              <a:xfrm>
                <a:off x="5934705" y="278992"/>
                <a:ext cx="3443891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𝑑𝑒𝑡𝐴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2DAC2913-7285-4561-B4A9-19D48D1D0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705" y="278992"/>
                <a:ext cx="3443891" cy="11394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aixaDeTexto 18">
            <a:extLst>
              <a:ext uri="{FF2B5EF4-FFF2-40B4-BE49-F238E27FC236}">
                <a16:creationId xmlns:a16="http://schemas.microsoft.com/office/drawing/2014/main" id="{7EE72867-3192-42F9-9EC4-AB4E0946DF52}"/>
              </a:ext>
            </a:extLst>
          </p:cNvPr>
          <p:cNvSpPr txBox="1"/>
          <p:nvPr/>
        </p:nvSpPr>
        <p:spPr>
          <a:xfrm>
            <a:off x="8651638" y="3095943"/>
            <a:ext cx="25006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400" dirty="0">
                <a:solidFill>
                  <a:schemeClr val="accent1"/>
                </a:solidFill>
              </a:rPr>
              <a:t>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D69F8BAD-3103-4325-A22C-13B2F0C21F44}"/>
                  </a:ext>
                </a:extLst>
              </p:cNvPr>
              <p:cNvSpPr txBox="1"/>
              <p:nvPr/>
            </p:nvSpPr>
            <p:spPr>
              <a:xfrm>
                <a:off x="5070060" y="1605387"/>
                <a:ext cx="4926669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𝑑𝑒𝑡𝐴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  <m:r>
                            <a:rPr lang="pt-B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D69F8BAD-3103-4325-A22C-13B2F0C21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060" y="1605387"/>
                <a:ext cx="4926669" cy="11394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E52B91C4-AA2D-4935-A968-AA2B2973356A}"/>
              </a:ext>
            </a:extLst>
          </p:cNvPr>
          <p:cNvCxnSpPr/>
          <p:nvPr/>
        </p:nvCxnSpPr>
        <p:spPr>
          <a:xfrm>
            <a:off x="6935379" y="1714131"/>
            <a:ext cx="1716259" cy="135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49EF150-BF87-432D-8034-1855412619B5}"/>
              </a:ext>
            </a:extLst>
          </p:cNvPr>
          <p:cNvCxnSpPr/>
          <p:nvPr/>
        </p:nvCxnSpPr>
        <p:spPr>
          <a:xfrm>
            <a:off x="7709101" y="1714131"/>
            <a:ext cx="1653367" cy="135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3B2382ED-A2C7-4455-85D3-00599816739F}"/>
              </a:ext>
            </a:extLst>
          </p:cNvPr>
          <p:cNvCxnSpPr/>
          <p:nvPr/>
        </p:nvCxnSpPr>
        <p:spPr>
          <a:xfrm>
            <a:off x="8298461" y="1714131"/>
            <a:ext cx="1633338" cy="135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C361B73-2A69-4B25-A9BB-D132B8F99CDB}"/>
                  </a:ext>
                </a:extLst>
              </p:cNvPr>
              <p:cNvSpPr txBox="1"/>
              <p:nvPr/>
            </p:nvSpPr>
            <p:spPr>
              <a:xfrm>
                <a:off x="9153577" y="3087889"/>
                <a:ext cx="4680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pt-BR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1C361B73-2A69-4B25-A9BB-D132B8F99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577" y="3087889"/>
                <a:ext cx="468077" cy="369332"/>
              </a:xfrm>
              <a:prstGeom prst="rect">
                <a:avLst/>
              </a:prstGeom>
              <a:blipFill>
                <a:blip r:embed="rId8"/>
                <a:stretch>
                  <a:fillRect l="-3947" r="-1578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89F9221E-3562-4BB6-BA2C-0D5C90414766}"/>
                  </a:ext>
                </a:extLst>
              </p:cNvPr>
              <p:cNvSpPr txBox="1"/>
              <p:nvPr/>
            </p:nvSpPr>
            <p:spPr>
              <a:xfrm>
                <a:off x="9819417" y="3090379"/>
                <a:ext cx="6379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−18</m:t>
                      </m:r>
                    </m:oMath>
                  </m:oMathPara>
                </a14:m>
                <a:endParaRPr lang="pt-BR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89F9221E-3562-4BB6-BA2C-0D5C90414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9417" y="3090379"/>
                <a:ext cx="637995" cy="369332"/>
              </a:xfrm>
              <a:prstGeom prst="rect">
                <a:avLst/>
              </a:prstGeom>
              <a:blipFill>
                <a:blip r:embed="rId9"/>
                <a:stretch>
                  <a:fillRect l="-2885" r="-11538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0E7A7EE7-DA28-46E8-986D-08F95C6EE63F}"/>
                  </a:ext>
                </a:extLst>
              </p:cNvPr>
              <p:cNvSpPr txBox="1"/>
              <p:nvPr/>
            </p:nvSpPr>
            <p:spPr>
              <a:xfrm>
                <a:off x="7284783" y="3083422"/>
                <a:ext cx="5402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pt-BR" sz="2400" dirty="0">
                    <a:solidFill>
                      <a:schemeClr val="accent2">
                        <a:lumMod val="75000"/>
                      </a:schemeClr>
                    </a:solidFill>
                  </a:rPr>
                  <a:t>12</a:t>
                </a: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0E7A7EE7-DA28-46E8-986D-08F95C6EE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783" y="3083422"/>
                <a:ext cx="540212" cy="369332"/>
              </a:xfrm>
              <a:prstGeom prst="rect">
                <a:avLst/>
              </a:prstGeom>
              <a:blipFill>
                <a:blip r:embed="rId10"/>
                <a:stretch>
                  <a:fillRect l="-8989" t="-26667" r="-32584" b="-5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17D6BE1C-90F4-4AFF-9D83-08FA785FEEAB}"/>
              </a:ext>
            </a:extLst>
          </p:cNvPr>
          <p:cNvCxnSpPr>
            <a:cxnSpLocks/>
          </p:cNvCxnSpPr>
          <p:nvPr/>
        </p:nvCxnSpPr>
        <p:spPr>
          <a:xfrm flipH="1">
            <a:off x="7666900" y="1714131"/>
            <a:ext cx="1765762" cy="138228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FCA62A7-74A9-4C15-AF51-DF48107A092C}"/>
              </a:ext>
            </a:extLst>
          </p:cNvPr>
          <p:cNvSpPr txBox="1"/>
          <p:nvPr/>
        </p:nvSpPr>
        <p:spPr>
          <a:xfrm>
            <a:off x="6894439" y="3064153"/>
            <a:ext cx="22442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45A97EE4-09AD-4E24-87AA-2BA7995FA663}"/>
                  </a:ext>
                </a:extLst>
              </p:cNvPr>
              <p:cNvSpPr txBox="1"/>
              <p:nvPr/>
            </p:nvSpPr>
            <p:spPr>
              <a:xfrm>
                <a:off x="6091217" y="3064153"/>
                <a:ext cx="4680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pt-BR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45A97EE4-09AD-4E24-87AA-2BA7995FA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217" y="3064153"/>
                <a:ext cx="468077" cy="369332"/>
              </a:xfrm>
              <a:prstGeom prst="rect">
                <a:avLst/>
              </a:prstGeom>
              <a:blipFill>
                <a:blip r:embed="rId11"/>
                <a:stretch>
                  <a:fillRect l="-2597" r="-1558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8EE79B9A-A861-40A0-81D3-0B5C486CFA02}"/>
              </a:ext>
            </a:extLst>
          </p:cNvPr>
          <p:cNvCxnSpPr>
            <a:cxnSpLocks/>
          </p:cNvCxnSpPr>
          <p:nvPr/>
        </p:nvCxnSpPr>
        <p:spPr>
          <a:xfrm flipH="1">
            <a:off x="7134374" y="1690395"/>
            <a:ext cx="1768540" cy="137375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CEF3F2BE-3243-472C-9029-116691EE359C}"/>
              </a:ext>
            </a:extLst>
          </p:cNvPr>
          <p:cNvCxnSpPr>
            <a:cxnSpLocks/>
          </p:cNvCxnSpPr>
          <p:nvPr/>
        </p:nvCxnSpPr>
        <p:spPr>
          <a:xfrm flipH="1">
            <a:off x="6415610" y="1658605"/>
            <a:ext cx="1914687" cy="142030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730B8F14-7DD4-492E-9D16-DA5F4309A765}"/>
                  </a:ext>
                </a:extLst>
              </p:cNvPr>
              <p:cNvSpPr txBox="1"/>
              <p:nvPr/>
            </p:nvSpPr>
            <p:spPr>
              <a:xfrm>
                <a:off x="934384" y="395553"/>
                <a:ext cx="299280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sz="2800" b="0" dirty="0"/>
                  <a:t>   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730B8F14-7DD4-492E-9D16-DA5F4309A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384" y="395553"/>
                <a:ext cx="2992807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F032FF82-CC91-48D1-8EC0-FC721A3FA9B6}"/>
                  </a:ext>
                </a:extLst>
              </p:cNvPr>
              <p:cNvSpPr txBox="1"/>
              <p:nvPr/>
            </p:nvSpPr>
            <p:spPr>
              <a:xfrm>
                <a:off x="934384" y="902064"/>
                <a:ext cx="28918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 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=−1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F032FF82-CC91-48D1-8EC0-FC721A3FA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384" y="902064"/>
                <a:ext cx="2891817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have Esquerda 40">
            <a:extLst>
              <a:ext uri="{FF2B5EF4-FFF2-40B4-BE49-F238E27FC236}">
                <a16:creationId xmlns:a16="http://schemas.microsoft.com/office/drawing/2014/main" id="{EE3E65E9-168D-44CB-8FAD-83179C799BB0}"/>
              </a:ext>
            </a:extLst>
          </p:cNvPr>
          <p:cNvSpPr/>
          <p:nvPr/>
        </p:nvSpPr>
        <p:spPr>
          <a:xfrm>
            <a:off x="605415" y="395553"/>
            <a:ext cx="328969" cy="15762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C9334265-984D-444C-9D2D-471DF43B4E41}"/>
                  </a:ext>
                </a:extLst>
              </p:cNvPr>
              <p:cNvSpPr txBox="1"/>
              <p:nvPr/>
            </p:nvSpPr>
            <p:spPr>
              <a:xfrm>
                <a:off x="798035" y="1398846"/>
                <a:ext cx="352019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=−11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C9334265-984D-444C-9D2D-471DF43B4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35" y="1398846"/>
                <a:ext cx="3520194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CaixaDeTexto 43">
            <a:extLst>
              <a:ext uri="{FF2B5EF4-FFF2-40B4-BE49-F238E27FC236}">
                <a16:creationId xmlns:a16="http://schemas.microsoft.com/office/drawing/2014/main" id="{78294D0E-3FFF-4A21-9B3E-2EDB68FBFACE}"/>
              </a:ext>
            </a:extLst>
          </p:cNvPr>
          <p:cNvSpPr txBox="1"/>
          <p:nvPr/>
        </p:nvSpPr>
        <p:spPr>
          <a:xfrm>
            <a:off x="9331645" y="5079585"/>
            <a:ext cx="25006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400" dirty="0">
                <a:solidFill>
                  <a:schemeClr val="accent1"/>
                </a:solidFill>
              </a:rPr>
              <a:t>-6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AC3FBA1D-CF96-4818-AF76-069698D4C898}"/>
                  </a:ext>
                </a:extLst>
              </p:cNvPr>
              <p:cNvSpPr txBox="1"/>
              <p:nvPr/>
            </p:nvSpPr>
            <p:spPr>
              <a:xfrm>
                <a:off x="5070060" y="3688614"/>
                <a:ext cx="5857949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𝑑𝑒𝑡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 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−1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 3</m:t>
                                </m:r>
                              </m:e>
                            </m:mr>
                          </m: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−11</m:t>
                                </m:r>
                              </m:e>
                            </m:mr>
                          </m:m>
                          <m:r>
                            <a:rPr lang="pt-B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AC3FBA1D-CF96-4818-AF76-069698D4C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060" y="3688614"/>
                <a:ext cx="5857949" cy="113941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63408D29-83E6-4898-917D-DF1E8D275C6E}"/>
              </a:ext>
            </a:extLst>
          </p:cNvPr>
          <p:cNvCxnSpPr>
            <a:cxnSpLocks/>
          </p:cNvCxnSpPr>
          <p:nvPr/>
        </p:nvCxnSpPr>
        <p:spPr>
          <a:xfrm>
            <a:off x="6990123" y="3822850"/>
            <a:ext cx="2312534" cy="1228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C4520A31-81AB-4A27-BE7A-A62E72A19AAB}"/>
              </a:ext>
            </a:extLst>
          </p:cNvPr>
          <p:cNvCxnSpPr>
            <a:cxnSpLocks/>
          </p:cNvCxnSpPr>
          <p:nvPr/>
        </p:nvCxnSpPr>
        <p:spPr>
          <a:xfrm>
            <a:off x="7737237" y="3797358"/>
            <a:ext cx="2429313" cy="1249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2AE6B2D2-6CEE-488B-850A-B80D4B752CAA}"/>
              </a:ext>
            </a:extLst>
          </p:cNvPr>
          <p:cNvCxnSpPr>
            <a:cxnSpLocks/>
          </p:cNvCxnSpPr>
          <p:nvPr/>
        </p:nvCxnSpPr>
        <p:spPr>
          <a:xfrm>
            <a:off x="8706382" y="3828196"/>
            <a:ext cx="2173557" cy="1223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E7F77594-A07B-4FEB-B2AD-0C4E6D4E9C89}"/>
                  </a:ext>
                </a:extLst>
              </p:cNvPr>
              <p:cNvSpPr txBox="1"/>
              <p:nvPr/>
            </p:nvSpPr>
            <p:spPr>
              <a:xfrm>
                <a:off x="9956698" y="5046514"/>
                <a:ext cx="6379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−22</m:t>
                      </m:r>
                    </m:oMath>
                  </m:oMathPara>
                </a14:m>
                <a:endParaRPr lang="pt-BR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E7F77594-A07B-4FEB-B2AD-0C4E6D4E9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698" y="5046514"/>
                <a:ext cx="637995" cy="369332"/>
              </a:xfrm>
              <a:prstGeom prst="rect">
                <a:avLst/>
              </a:prstGeom>
              <a:blipFill>
                <a:blip r:embed="rId16"/>
                <a:stretch>
                  <a:fillRect l="-1905" r="-1142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35A82A82-2383-4E0F-AB12-14E22F222767}"/>
                  </a:ext>
                </a:extLst>
              </p:cNvPr>
              <p:cNvSpPr txBox="1"/>
              <p:nvPr/>
            </p:nvSpPr>
            <p:spPr>
              <a:xfrm>
                <a:off x="10875177" y="5006337"/>
                <a:ext cx="238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pt-BR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35A82A82-2383-4E0F-AB12-14E22F222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5177" y="5006337"/>
                <a:ext cx="238847" cy="369332"/>
              </a:xfrm>
              <a:prstGeom prst="rect">
                <a:avLst/>
              </a:prstGeom>
              <a:blipFill>
                <a:blip r:embed="rId17"/>
                <a:stretch>
                  <a:fillRect l="-30769" r="-3076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895DF004-CD02-46A6-865F-B8359F8AF1F2}"/>
                  </a:ext>
                </a:extLst>
              </p:cNvPr>
              <p:cNvSpPr txBox="1"/>
              <p:nvPr/>
            </p:nvSpPr>
            <p:spPr>
              <a:xfrm>
                <a:off x="7980215" y="5122464"/>
                <a:ext cx="238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pt-BR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895DF004-CD02-46A6-865F-B8359F8AF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215" y="5122464"/>
                <a:ext cx="238847" cy="369332"/>
              </a:xfrm>
              <a:prstGeom prst="rect">
                <a:avLst/>
              </a:prstGeom>
              <a:blipFill>
                <a:blip r:embed="rId18"/>
                <a:stretch>
                  <a:fillRect l="-28205" r="-33333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C09423FE-5F14-4022-AEFC-6D6F91D16D25}"/>
              </a:ext>
            </a:extLst>
          </p:cNvPr>
          <p:cNvCxnSpPr>
            <a:cxnSpLocks/>
          </p:cNvCxnSpPr>
          <p:nvPr/>
        </p:nvCxnSpPr>
        <p:spPr>
          <a:xfrm flipH="1">
            <a:off x="8160123" y="3782602"/>
            <a:ext cx="2359946" cy="134325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240D00F7-33A4-4596-8E4E-60EB7B896D0F}"/>
              </a:ext>
            </a:extLst>
          </p:cNvPr>
          <p:cNvSpPr txBox="1"/>
          <p:nvPr/>
        </p:nvSpPr>
        <p:spPr>
          <a:xfrm>
            <a:off x="6961901" y="5127562"/>
            <a:ext cx="22442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D039D3C9-98A0-48DD-A615-EA58CD9062F2}"/>
                  </a:ext>
                </a:extLst>
              </p:cNvPr>
              <p:cNvSpPr txBox="1"/>
              <p:nvPr/>
            </p:nvSpPr>
            <p:spPr>
              <a:xfrm>
                <a:off x="5920719" y="5147380"/>
                <a:ext cx="6379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33</m:t>
                      </m:r>
                    </m:oMath>
                  </m:oMathPara>
                </a14:m>
                <a:endParaRPr lang="pt-BR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D039D3C9-98A0-48DD-A615-EA58CD906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719" y="5147380"/>
                <a:ext cx="637995" cy="369332"/>
              </a:xfrm>
              <a:prstGeom prst="rect">
                <a:avLst/>
              </a:prstGeom>
              <a:blipFill>
                <a:blip r:embed="rId19"/>
                <a:stretch>
                  <a:fillRect l="-1905" r="-1142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35726A1E-5C0E-4C99-AACB-E68839661D84}"/>
              </a:ext>
            </a:extLst>
          </p:cNvPr>
          <p:cNvCxnSpPr>
            <a:cxnSpLocks/>
          </p:cNvCxnSpPr>
          <p:nvPr/>
        </p:nvCxnSpPr>
        <p:spPr>
          <a:xfrm flipH="1">
            <a:off x="7134374" y="3720404"/>
            <a:ext cx="2627247" cy="142697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2F0CEB24-FC41-4F34-8063-9515DCD4C2E4}"/>
              </a:ext>
            </a:extLst>
          </p:cNvPr>
          <p:cNvCxnSpPr>
            <a:cxnSpLocks/>
          </p:cNvCxnSpPr>
          <p:nvPr/>
        </p:nvCxnSpPr>
        <p:spPr>
          <a:xfrm flipH="1">
            <a:off x="6331204" y="3656348"/>
            <a:ext cx="2720956" cy="150578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9357CA59-446B-4854-BCC4-805D98AF6918}"/>
                  </a:ext>
                </a:extLst>
              </p:cNvPr>
              <p:cNvSpPr txBox="1"/>
              <p:nvPr/>
            </p:nvSpPr>
            <p:spPr>
              <a:xfrm>
                <a:off x="6049005" y="5794342"/>
                <a:ext cx="2824363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−40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−40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9357CA59-446B-4854-BCC4-805D98AF6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005" y="5794342"/>
                <a:ext cx="2824363" cy="81804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9DDFD224-232D-4989-A47E-DE3994C0BC68}"/>
                  </a:ext>
                </a:extLst>
              </p:cNvPr>
              <p:cNvSpPr txBox="1"/>
              <p:nvPr/>
            </p:nvSpPr>
            <p:spPr>
              <a:xfrm>
                <a:off x="9925751" y="5987920"/>
                <a:ext cx="949426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9DDFD224-232D-4989-A47E-DE3994C0B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751" y="5987920"/>
                <a:ext cx="949426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D4475E2A-DDD0-4E65-8C98-4E3D72C03012}"/>
              </a:ext>
            </a:extLst>
          </p:cNvPr>
          <p:cNvSpPr/>
          <p:nvPr/>
        </p:nvSpPr>
        <p:spPr>
          <a:xfrm>
            <a:off x="9052160" y="6133023"/>
            <a:ext cx="709461" cy="215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CB1F0B7-83AD-4514-8590-CBC91FD24B51}"/>
              </a:ext>
            </a:extLst>
          </p:cNvPr>
          <p:cNvSpPr/>
          <p:nvPr/>
        </p:nvSpPr>
        <p:spPr>
          <a:xfrm>
            <a:off x="6724357" y="3656348"/>
            <a:ext cx="726305" cy="12491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14B90EF-913B-4178-93E0-C7BDD50719B2}"/>
              </a:ext>
            </a:extLst>
          </p:cNvPr>
          <p:cNvCxnSpPr/>
          <p:nvPr/>
        </p:nvCxnSpPr>
        <p:spPr>
          <a:xfrm>
            <a:off x="4459458" y="395553"/>
            <a:ext cx="0" cy="602325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29E6E36-E24B-4FED-B91A-D84030C64BE3}"/>
                  </a:ext>
                </a:extLst>
              </p:cNvPr>
              <p:cNvSpPr txBox="1"/>
              <p:nvPr/>
            </p:nvSpPr>
            <p:spPr>
              <a:xfrm>
                <a:off x="10097845" y="1937379"/>
                <a:ext cx="1114472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=−40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29E6E36-E24B-4FED-B91A-D84030C64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845" y="1937379"/>
                <a:ext cx="1114472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9A10834B-6DF3-46D4-89D0-7B129A77E05F}"/>
                  </a:ext>
                </a:extLst>
              </p:cNvPr>
              <p:cNvSpPr txBox="1"/>
              <p:nvPr/>
            </p:nvSpPr>
            <p:spPr>
              <a:xfrm>
                <a:off x="10988582" y="4019826"/>
                <a:ext cx="1114472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=−40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9A10834B-6DF3-46D4-89D0-7B129A77E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8582" y="4019826"/>
                <a:ext cx="1114472" cy="43088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72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  <p:bldP spid="25" grpId="0"/>
      <p:bldP spid="26" grpId="0"/>
      <p:bldP spid="27" grpId="0"/>
      <p:bldP spid="33" grpId="0"/>
      <p:bldP spid="34" grpId="0"/>
      <p:bldP spid="44" grpId="0"/>
      <p:bldP spid="45" grpId="0"/>
      <p:bldP spid="49" grpId="0"/>
      <p:bldP spid="50" grpId="0"/>
      <p:bldP spid="51" grpId="0"/>
      <p:bldP spid="53" grpId="0"/>
      <p:bldP spid="54" grpId="0"/>
      <p:bldP spid="37" grpId="0"/>
      <p:bldP spid="38" grpId="0" animBg="1"/>
      <p:bldP spid="2" grpId="0" animBg="1"/>
      <p:bldP spid="3" grpId="0" animBg="1"/>
      <p:bldP spid="43" grpId="0" animBg="1"/>
      <p:bldP spid="5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3D750B3-2875-4BCD-9868-075A05AEDB7B}"/>
                  </a:ext>
                </a:extLst>
              </p:cNvPr>
              <p:cNvSpPr txBox="1"/>
              <p:nvPr/>
            </p:nvSpPr>
            <p:spPr>
              <a:xfrm>
                <a:off x="738915" y="2385873"/>
                <a:ext cx="1691873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3D750B3-2875-4BCD-9868-075A05AED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915" y="2385873"/>
                <a:ext cx="1691873" cy="8180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615395AE-0983-4DC6-AE45-06C38FDA10D6}"/>
                  </a:ext>
                </a:extLst>
              </p:cNvPr>
              <p:cNvSpPr txBox="1"/>
              <p:nvPr/>
            </p:nvSpPr>
            <p:spPr>
              <a:xfrm>
                <a:off x="723461" y="3924611"/>
                <a:ext cx="1707327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615395AE-0983-4DC6-AE45-06C38FDA1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61" y="3924611"/>
                <a:ext cx="1707327" cy="829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9F72EF97-A3F2-44A3-99CB-CC7EBD8C5911}"/>
                  </a:ext>
                </a:extLst>
              </p:cNvPr>
              <p:cNvSpPr txBox="1"/>
              <p:nvPr/>
            </p:nvSpPr>
            <p:spPr>
              <a:xfrm>
                <a:off x="723461" y="5475148"/>
                <a:ext cx="1652183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9F72EF97-A3F2-44A3-99CB-CC7EBD8C5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61" y="5475148"/>
                <a:ext cx="1652183" cy="8180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730B8F14-7DD4-492E-9D16-DA5F4309A765}"/>
                  </a:ext>
                </a:extLst>
              </p:cNvPr>
              <p:cNvSpPr txBox="1"/>
              <p:nvPr/>
            </p:nvSpPr>
            <p:spPr>
              <a:xfrm>
                <a:off x="934384" y="395553"/>
                <a:ext cx="299280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sz="2800" b="0" dirty="0"/>
                  <a:t>   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=2 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730B8F14-7DD4-492E-9D16-DA5F4309A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384" y="395553"/>
                <a:ext cx="2992807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F032FF82-CC91-48D1-8EC0-FC721A3FA9B6}"/>
                  </a:ext>
                </a:extLst>
              </p:cNvPr>
              <p:cNvSpPr txBox="1"/>
              <p:nvPr/>
            </p:nvSpPr>
            <p:spPr>
              <a:xfrm>
                <a:off x="934384" y="902064"/>
                <a:ext cx="28918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 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=−1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F032FF82-CC91-48D1-8EC0-FC721A3FA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384" y="902064"/>
                <a:ext cx="2891817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have Esquerda 40">
            <a:extLst>
              <a:ext uri="{FF2B5EF4-FFF2-40B4-BE49-F238E27FC236}">
                <a16:creationId xmlns:a16="http://schemas.microsoft.com/office/drawing/2014/main" id="{EE3E65E9-168D-44CB-8FAD-83179C799BB0}"/>
              </a:ext>
            </a:extLst>
          </p:cNvPr>
          <p:cNvSpPr/>
          <p:nvPr/>
        </p:nvSpPr>
        <p:spPr>
          <a:xfrm>
            <a:off x="605415" y="395553"/>
            <a:ext cx="328969" cy="15762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C9334265-984D-444C-9D2D-471DF43B4E41}"/>
                  </a:ext>
                </a:extLst>
              </p:cNvPr>
              <p:cNvSpPr txBox="1"/>
              <p:nvPr/>
            </p:nvSpPr>
            <p:spPr>
              <a:xfrm>
                <a:off x="798035" y="1398846"/>
                <a:ext cx="352019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=−11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C9334265-984D-444C-9D2D-471DF43B4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35" y="1398846"/>
                <a:ext cx="3520194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CaixaDeTexto 43">
            <a:extLst>
              <a:ext uri="{FF2B5EF4-FFF2-40B4-BE49-F238E27FC236}">
                <a16:creationId xmlns:a16="http://schemas.microsoft.com/office/drawing/2014/main" id="{78294D0E-3FFF-4A21-9B3E-2EDB68FBFACE}"/>
              </a:ext>
            </a:extLst>
          </p:cNvPr>
          <p:cNvSpPr txBox="1"/>
          <p:nvPr/>
        </p:nvSpPr>
        <p:spPr>
          <a:xfrm>
            <a:off x="9331645" y="1576731"/>
            <a:ext cx="25006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400" dirty="0">
                <a:solidFill>
                  <a:schemeClr val="accent1"/>
                </a:solidFill>
              </a:rPr>
              <a:t>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AC3FBA1D-CF96-4818-AF76-069698D4C898}"/>
                  </a:ext>
                </a:extLst>
              </p:cNvPr>
              <p:cNvSpPr txBox="1"/>
              <p:nvPr/>
            </p:nvSpPr>
            <p:spPr>
              <a:xfrm>
                <a:off x="4971584" y="185760"/>
                <a:ext cx="5898986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𝑑𝑒𝑡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 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 3</m:t>
                                </m:r>
                              </m:e>
                            </m:mr>
                          </m: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  <m:r>
                            <a:rPr lang="pt-B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−11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AC3FBA1D-CF96-4818-AF76-069698D4C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584" y="185760"/>
                <a:ext cx="5898986" cy="113941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63408D29-83E6-4898-917D-DF1E8D275C6E}"/>
              </a:ext>
            </a:extLst>
          </p:cNvPr>
          <p:cNvCxnSpPr>
            <a:cxnSpLocks/>
          </p:cNvCxnSpPr>
          <p:nvPr/>
        </p:nvCxnSpPr>
        <p:spPr>
          <a:xfrm>
            <a:off x="6990123" y="319996"/>
            <a:ext cx="2312534" cy="1228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C4520A31-81AB-4A27-BE7A-A62E72A19AAB}"/>
              </a:ext>
            </a:extLst>
          </p:cNvPr>
          <p:cNvCxnSpPr>
            <a:cxnSpLocks/>
          </p:cNvCxnSpPr>
          <p:nvPr/>
        </p:nvCxnSpPr>
        <p:spPr>
          <a:xfrm>
            <a:off x="7737237" y="294504"/>
            <a:ext cx="2429313" cy="1249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2AE6B2D2-6CEE-488B-850A-B80D4B752CAA}"/>
              </a:ext>
            </a:extLst>
          </p:cNvPr>
          <p:cNvCxnSpPr>
            <a:cxnSpLocks/>
          </p:cNvCxnSpPr>
          <p:nvPr/>
        </p:nvCxnSpPr>
        <p:spPr>
          <a:xfrm>
            <a:off x="8706382" y="325342"/>
            <a:ext cx="2173557" cy="1223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E7F77594-A07B-4FEB-B2AD-0C4E6D4E9C89}"/>
                  </a:ext>
                </a:extLst>
              </p:cNvPr>
              <p:cNvSpPr txBox="1"/>
              <p:nvPr/>
            </p:nvSpPr>
            <p:spPr>
              <a:xfrm>
                <a:off x="9956698" y="1543660"/>
                <a:ext cx="4680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pt-BR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E7F77594-A07B-4FEB-B2AD-0C4E6D4E9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698" y="1543660"/>
                <a:ext cx="468077" cy="369332"/>
              </a:xfrm>
              <a:prstGeom prst="rect">
                <a:avLst/>
              </a:prstGeom>
              <a:blipFill>
                <a:blip r:embed="rId16"/>
                <a:stretch>
                  <a:fillRect l="-2597" r="-15584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35A82A82-2383-4E0F-AB12-14E22F222767}"/>
                  </a:ext>
                </a:extLst>
              </p:cNvPr>
              <p:cNvSpPr txBox="1"/>
              <p:nvPr/>
            </p:nvSpPr>
            <p:spPr>
              <a:xfrm>
                <a:off x="10875177" y="1503483"/>
                <a:ext cx="6379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−66</m:t>
                      </m:r>
                    </m:oMath>
                  </m:oMathPara>
                </a14:m>
                <a:endParaRPr lang="pt-BR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35A82A82-2383-4E0F-AB12-14E22F222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5177" y="1503483"/>
                <a:ext cx="637995" cy="369332"/>
              </a:xfrm>
              <a:prstGeom prst="rect">
                <a:avLst/>
              </a:prstGeom>
              <a:blipFill>
                <a:blip r:embed="rId17"/>
                <a:stretch>
                  <a:fillRect l="-2857" r="-10476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895DF004-CD02-46A6-865F-B8359F8AF1F2}"/>
                  </a:ext>
                </a:extLst>
              </p:cNvPr>
              <p:cNvSpPr txBox="1"/>
              <p:nvPr/>
            </p:nvSpPr>
            <p:spPr>
              <a:xfrm>
                <a:off x="7980215" y="1619610"/>
                <a:ext cx="6379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pt-BR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895DF004-CD02-46A6-865F-B8359F8AF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215" y="1619610"/>
                <a:ext cx="637995" cy="369332"/>
              </a:xfrm>
              <a:prstGeom prst="rect">
                <a:avLst/>
              </a:prstGeom>
              <a:blipFill>
                <a:blip r:embed="rId18"/>
                <a:stretch>
                  <a:fillRect l="-1905" r="-1142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C09423FE-5F14-4022-AEFC-6D6F91D16D25}"/>
              </a:ext>
            </a:extLst>
          </p:cNvPr>
          <p:cNvCxnSpPr>
            <a:cxnSpLocks/>
          </p:cNvCxnSpPr>
          <p:nvPr/>
        </p:nvCxnSpPr>
        <p:spPr>
          <a:xfrm flipH="1">
            <a:off x="8160123" y="279748"/>
            <a:ext cx="2359946" cy="134325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240D00F7-33A4-4596-8E4E-60EB7B896D0F}"/>
              </a:ext>
            </a:extLst>
          </p:cNvPr>
          <p:cNvSpPr txBox="1"/>
          <p:nvPr/>
        </p:nvSpPr>
        <p:spPr>
          <a:xfrm>
            <a:off x="6961901" y="1624708"/>
            <a:ext cx="3799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D039D3C9-98A0-48DD-A615-EA58CD9062F2}"/>
                  </a:ext>
                </a:extLst>
              </p:cNvPr>
              <p:cNvSpPr txBox="1"/>
              <p:nvPr/>
            </p:nvSpPr>
            <p:spPr>
              <a:xfrm>
                <a:off x="5920719" y="1644526"/>
                <a:ext cx="4680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pt-BR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D039D3C9-98A0-48DD-A615-EA58CD906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719" y="1644526"/>
                <a:ext cx="468077" cy="369332"/>
              </a:xfrm>
              <a:prstGeom prst="rect">
                <a:avLst/>
              </a:prstGeom>
              <a:blipFill>
                <a:blip r:embed="rId19"/>
                <a:stretch>
                  <a:fillRect l="-2597" r="-1558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35726A1E-5C0E-4C99-AACB-E68839661D84}"/>
              </a:ext>
            </a:extLst>
          </p:cNvPr>
          <p:cNvCxnSpPr>
            <a:cxnSpLocks/>
          </p:cNvCxnSpPr>
          <p:nvPr/>
        </p:nvCxnSpPr>
        <p:spPr>
          <a:xfrm flipH="1">
            <a:off x="7134374" y="217550"/>
            <a:ext cx="2627247" cy="142697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2F0CEB24-FC41-4F34-8063-9515DCD4C2E4}"/>
              </a:ext>
            </a:extLst>
          </p:cNvPr>
          <p:cNvCxnSpPr>
            <a:cxnSpLocks/>
          </p:cNvCxnSpPr>
          <p:nvPr/>
        </p:nvCxnSpPr>
        <p:spPr>
          <a:xfrm flipH="1">
            <a:off x="6331204" y="153494"/>
            <a:ext cx="2720956" cy="150578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9357CA59-446B-4854-BCC4-805D98AF6918}"/>
                  </a:ext>
                </a:extLst>
              </p:cNvPr>
              <p:cNvSpPr txBox="1"/>
              <p:nvPr/>
            </p:nvSpPr>
            <p:spPr>
              <a:xfrm>
                <a:off x="6049005" y="2291488"/>
                <a:ext cx="2839816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−80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−40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9357CA59-446B-4854-BCC4-805D98AF6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005" y="2291488"/>
                <a:ext cx="2839816" cy="82984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9DDFD224-232D-4989-A47E-DE3994C0BC68}"/>
                  </a:ext>
                </a:extLst>
              </p:cNvPr>
              <p:cNvSpPr txBox="1"/>
              <p:nvPr/>
            </p:nvSpPr>
            <p:spPr>
              <a:xfrm>
                <a:off x="9925751" y="2485066"/>
                <a:ext cx="954300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9DDFD224-232D-4989-A47E-DE3994C0B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751" y="2485066"/>
                <a:ext cx="954300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D4475E2A-DDD0-4E65-8C98-4E3D72C03012}"/>
              </a:ext>
            </a:extLst>
          </p:cNvPr>
          <p:cNvSpPr/>
          <p:nvPr/>
        </p:nvSpPr>
        <p:spPr>
          <a:xfrm>
            <a:off x="9052160" y="2630169"/>
            <a:ext cx="709461" cy="215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CB1F0B7-83AD-4514-8590-CBC91FD24B51}"/>
              </a:ext>
            </a:extLst>
          </p:cNvPr>
          <p:cNvSpPr/>
          <p:nvPr/>
        </p:nvSpPr>
        <p:spPr>
          <a:xfrm>
            <a:off x="7357403" y="153494"/>
            <a:ext cx="726305" cy="12491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14B90EF-913B-4178-93E0-C7BDD50719B2}"/>
              </a:ext>
            </a:extLst>
          </p:cNvPr>
          <p:cNvCxnSpPr/>
          <p:nvPr/>
        </p:nvCxnSpPr>
        <p:spPr>
          <a:xfrm>
            <a:off x="4459458" y="395553"/>
            <a:ext cx="0" cy="602325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9A10834B-6DF3-46D4-89D0-7B129A77E05F}"/>
                  </a:ext>
                </a:extLst>
              </p:cNvPr>
              <p:cNvSpPr txBox="1"/>
              <p:nvPr/>
            </p:nvSpPr>
            <p:spPr>
              <a:xfrm>
                <a:off x="10988582" y="516972"/>
                <a:ext cx="1114472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=−80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9A10834B-6DF3-46D4-89D0-7B129A77E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8582" y="516972"/>
                <a:ext cx="1114472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aixaDeTexto 57">
            <a:extLst>
              <a:ext uri="{FF2B5EF4-FFF2-40B4-BE49-F238E27FC236}">
                <a16:creationId xmlns:a16="http://schemas.microsoft.com/office/drawing/2014/main" id="{96351DB7-17FC-4A34-87E6-4109E00EB051}"/>
              </a:ext>
            </a:extLst>
          </p:cNvPr>
          <p:cNvSpPr txBox="1"/>
          <p:nvPr/>
        </p:nvSpPr>
        <p:spPr>
          <a:xfrm>
            <a:off x="9149206" y="5033652"/>
            <a:ext cx="3109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400" dirty="0">
                <a:solidFill>
                  <a:schemeClr val="accent1"/>
                </a:solidFill>
              </a:rPr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B24E07C5-1B08-4731-B2F4-3462E21A8ED4}"/>
                  </a:ext>
                </a:extLst>
              </p:cNvPr>
              <p:cNvSpPr txBox="1"/>
              <p:nvPr/>
            </p:nvSpPr>
            <p:spPr>
              <a:xfrm>
                <a:off x="4789145" y="3642681"/>
                <a:ext cx="6071470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𝑑𝑒𝑡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 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    −11</m:t>
                                </m:r>
                              </m:e>
                            </m:mr>
                          </m: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  <m:r>
                            <a:rPr lang="pt-B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B24E07C5-1B08-4731-B2F4-3462E21A8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145" y="3642681"/>
                <a:ext cx="6071470" cy="113941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DC5AB5B7-CDED-491A-8769-AE051ACCEB97}"/>
              </a:ext>
            </a:extLst>
          </p:cNvPr>
          <p:cNvCxnSpPr>
            <a:cxnSpLocks/>
          </p:cNvCxnSpPr>
          <p:nvPr/>
        </p:nvCxnSpPr>
        <p:spPr>
          <a:xfrm>
            <a:off x="6849888" y="3776917"/>
            <a:ext cx="2312534" cy="1228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F5AFCF20-E0A5-4016-8D82-A6E60DA5A523}"/>
              </a:ext>
            </a:extLst>
          </p:cNvPr>
          <p:cNvCxnSpPr>
            <a:cxnSpLocks/>
          </p:cNvCxnSpPr>
          <p:nvPr/>
        </p:nvCxnSpPr>
        <p:spPr>
          <a:xfrm>
            <a:off x="7709546" y="3751425"/>
            <a:ext cx="2429313" cy="1249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2A106A62-CFE4-45F8-93A9-43861CFDA8B4}"/>
              </a:ext>
            </a:extLst>
          </p:cNvPr>
          <p:cNvCxnSpPr>
            <a:cxnSpLocks/>
          </p:cNvCxnSpPr>
          <p:nvPr/>
        </p:nvCxnSpPr>
        <p:spPr>
          <a:xfrm>
            <a:off x="8734963" y="3782263"/>
            <a:ext cx="2173557" cy="1223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46583DF5-5E8B-4CDD-8DE7-E9E4EA5F2A4D}"/>
                  </a:ext>
                </a:extLst>
              </p:cNvPr>
              <p:cNvSpPr txBox="1"/>
              <p:nvPr/>
            </p:nvSpPr>
            <p:spPr>
              <a:xfrm>
                <a:off x="9999397" y="5000581"/>
                <a:ext cx="2388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pt-BR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3" name="CaixaDeTexto 62">
                <a:extLst>
                  <a:ext uri="{FF2B5EF4-FFF2-40B4-BE49-F238E27FC236}">
                    <a16:creationId xmlns:a16="http://schemas.microsoft.com/office/drawing/2014/main" id="{46583DF5-5E8B-4CDD-8DE7-E9E4EA5F2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9397" y="5000581"/>
                <a:ext cx="238848" cy="369332"/>
              </a:xfrm>
              <a:prstGeom prst="rect">
                <a:avLst/>
              </a:prstGeom>
              <a:blipFill>
                <a:blip r:embed="rId24"/>
                <a:stretch>
                  <a:fillRect l="-27500" r="-30000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39560E4A-8652-4088-8132-193EAC9A9F7C}"/>
                  </a:ext>
                </a:extLst>
              </p:cNvPr>
              <p:cNvSpPr txBox="1"/>
              <p:nvPr/>
            </p:nvSpPr>
            <p:spPr>
              <a:xfrm>
                <a:off x="10692738" y="4960404"/>
                <a:ext cx="5402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pt-BR" sz="2400" dirty="0">
                    <a:solidFill>
                      <a:schemeClr val="accent1"/>
                    </a:solidFill>
                  </a:rPr>
                  <a:t>12</a:t>
                </a:r>
              </a:p>
            </p:txBody>
          </p:sp>
        </mc:Choice>
        <mc:Fallback xmlns=""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39560E4A-8652-4088-8132-193EAC9A9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2738" y="4960404"/>
                <a:ext cx="540212" cy="369332"/>
              </a:xfrm>
              <a:prstGeom prst="rect">
                <a:avLst/>
              </a:prstGeom>
              <a:blipFill>
                <a:blip r:embed="rId25"/>
                <a:stretch>
                  <a:fillRect l="-8989" t="-26667" r="-32584" b="-5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1CD901C3-2CF4-4F87-B257-645FC4ED95B2}"/>
                  </a:ext>
                </a:extLst>
              </p:cNvPr>
              <p:cNvSpPr txBox="1"/>
              <p:nvPr/>
            </p:nvSpPr>
            <p:spPr>
              <a:xfrm>
                <a:off x="7797776" y="5076531"/>
                <a:ext cx="4087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44</m:t>
                      </m:r>
                    </m:oMath>
                  </m:oMathPara>
                </a14:m>
                <a:endParaRPr lang="pt-BR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1CD901C3-2CF4-4F87-B257-645FC4ED9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776" y="5076531"/>
                <a:ext cx="408766" cy="369332"/>
              </a:xfrm>
              <a:prstGeom prst="rect">
                <a:avLst/>
              </a:prstGeom>
              <a:blipFill>
                <a:blip r:embed="rId26"/>
                <a:stretch>
                  <a:fillRect l="-16418" r="-1940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id="{73A712F2-8B53-43E5-A0DD-E7DB684C31F1}"/>
              </a:ext>
            </a:extLst>
          </p:cNvPr>
          <p:cNvCxnSpPr>
            <a:cxnSpLocks/>
          </p:cNvCxnSpPr>
          <p:nvPr/>
        </p:nvCxnSpPr>
        <p:spPr>
          <a:xfrm flipH="1">
            <a:off x="7977684" y="3736669"/>
            <a:ext cx="2359946" cy="134325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CE9F43B5-CA6B-4DD8-AE30-23A74C02DA76}"/>
              </a:ext>
            </a:extLst>
          </p:cNvPr>
          <p:cNvSpPr txBox="1"/>
          <p:nvPr/>
        </p:nvSpPr>
        <p:spPr>
          <a:xfrm>
            <a:off x="6779462" y="5081629"/>
            <a:ext cx="31899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E48EC8C7-0365-424A-8AB9-960FC0FEA962}"/>
                  </a:ext>
                </a:extLst>
              </p:cNvPr>
              <p:cNvSpPr txBox="1"/>
              <p:nvPr/>
            </p:nvSpPr>
            <p:spPr>
              <a:xfrm>
                <a:off x="5738280" y="5101447"/>
                <a:ext cx="4680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pt-BR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E48EC8C7-0365-424A-8AB9-960FC0FEA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280" y="5101447"/>
                <a:ext cx="468077" cy="369332"/>
              </a:xfrm>
              <a:prstGeom prst="rect">
                <a:avLst/>
              </a:prstGeom>
              <a:blipFill>
                <a:blip r:embed="rId27"/>
                <a:stretch>
                  <a:fillRect l="-2597" r="-1558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Conector de Seta Reta 68">
            <a:extLst>
              <a:ext uri="{FF2B5EF4-FFF2-40B4-BE49-F238E27FC236}">
                <a16:creationId xmlns:a16="http://schemas.microsoft.com/office/drawing/2014/main" id="{75755E15-226D-4C9B-9CB5-CF9E57FD2B0A}"/>
              </a:ext>
            </a:extLst>
          </p:cNvPr>
          <p:cNvCxnSpPr>
            <a:cxnSpLocks/>
          </p:cNvCxnSpPr>
          <p:nvPr/>
        </p:nvCxnSpPr>
        <p:spPr>
          <a:xfrm flipH="1">
            <a:off x="6909731" y="3674471"/>
            <a:ext cx="2627247" cy="142697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3080A9C5-E118-44BA-AB1D-FB48917778AF}"/>
              </a:ext>
            </a:extLst>
          </p:cNvPr>
          <p:cNvCxnSpPr>
            <a:cxnSpLocks/>
          </p:cNvCxnSpPr>
          <p:nvPr/>
        </p:nvCxnSpPr>
        <p:spPr>
          <a:xfrm flipH="1">
            <a:off x="6134697" y="3610415"/>
            <a:ext cx="2720956" cy="150578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A4A94195-0142-4942-98AA-4FAFBC600A48}"/>
                  </a:ext>
                </a:extLst>
              </p:cNvPr>
              <p:cNvSpPr txBox="1"/>
              <p:nvPr/>
            </p:nvSpPr>
            <p:spPr>
              <a:xfrm>
                <a:off x="5866566" y="5748409"/>
                <a:ext cx="2784673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𝑑𝑒𝑡𝐴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−40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A4A94195-0142-4942-98AA-4FAFBC600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566" y="5748409"/>
                <a:ext cx="2784673" cy="81804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69C5B2B6-777F-4A10-B040-1BB068A159F4}"/>
                  </a:ext>
                </a:extLst>
              </p:cNvPr>
              <p:cNvSpPr txBox="1"/>
              <p:nvPr/>
            </p:nvSpPr>
            <p:spPr>
              <a:xfrm>
                <a:off x="9743312" y="5941987"/>
                <a:ext cx="1194751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69C5B2B6-777F-4A10-B040-1BB068A15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3312" y="5941987"/>
                <a:ext cx="1194751" cy="43088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Seta: para a Direita 72">
            <a:extLst>
              <a:ext uri="{FF2B5EF4-FFF2-40B4-BE49-F238E27FC236}">
                <a16:creationId xmlns:a16="http://schemas.microsoft.com/office/drawing/2014/main" id="{EBC52625-BDA5-4918-B1AA-07FBE9D2DA09}"/>
              </a:ext>
            </a:extLst>
          </p:cNvPr>
          <p:cNvSpPr/>
          <p:nvPr/>
        </p:nvSpPr>
        <p:spPr>
          <a:xfrm>
            <a:off x="8869721" y="6087090"/>
            <a:ext cx="709461" cy="215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27E7A7F5-98C1-4EFA-A607-9166B51BB64D}"/>
              </a:ext>
            </a:extLst>
          </p:cNvPr>
          <p:cNvSpPr/>
          <p:nvPr/>
        </p:nvSpPr>
        <p:spPr>
          <a:xfrm>
            <a:off x="8356650" y="3610415"/>
            <a:ext cx="726305" cy="12491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DE902B0D-A46A-421C-9F76-1989FAAE9084}"/>
                  </a:ext>
                </a:extLst>
              </p:cNvPr>
              <p:cNvSpPr txBox="1"/>
              <p:nvPr/>
            </p:nvSpPr>
            <p:spPr>
              <a:xfrm>
                <a:off x="10806143" y="3973893"/>
                <a:ext cx="846770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DE902B0D-A46A-421C-9F76-1989FAAE9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143" y="3973893"/>
                <a:ext cx="846770" cy="43088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338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9" grpId="0"/>
      <p:bldP spid="50" grpId="0"/>
      <p:bldP spid="51" grpId="0"/>
      <p:bldP spid="53" grpId="0"/>
      <p:bldP spid="54" grpId="0"/>
      <p:bldP spid="37" grpId="0"/>
      <p:bldP spid="38" grpId="0" animBg="1"/>
      <p:bldP spid="2" grpId="0" animBg="1"/>
      <p:bldP spid="3" grpId="0" animBg="1"/>
      <p:bldP spid="57" grpId="0" animBg="1"/>
      <p:bldP spid="58" grpId="0"/>
      <p:bldP spid="59" grpId="0"/>
      <p:bldP spid="63" grpId="0"/>
      <p:bldP spid="64" grpId="0"/>
      <p:bldP spid="65" grpId="0"/>
      <p:bldP spid="67" grpId="0"/>
      <p:bldP spid="68" grpId="0"/>
      <p:bldP spid="71" grpId="0"/>
      <p:bldP spid="72" grpId="0" animBg="1"/>
      <p:bldP spid="73" grpId="0" animBg="1"/>
      <p:bldP spid="74" grpId="0" animBg="1"/>
      <p:bldP spid="75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11945</TotalTime>
  <Words>340</Words>
  <Application>Microsoft Office PowerPoint</Application>
  <PresentationFormat>Widescreen</PresentationFormat>
  <Paragraphs>79</Paragraphs>
  <Slides>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Galdino</dc:creator>
  <cp:lastModifiedBy>Luciano</cp:lastModifiedBy>
  <cp:revision>727</cp:revision>
  <dcterms:created xsi:type="dcterms:W3CDTF">2020-11-26T18:44:25Z</dcterms:created>
  <dcterms:modified xsi:type="dcterms:W3CDTF">2021-08-05T21:38:07Z</dcterms:modified>
</cp:coreProperties>
</file>