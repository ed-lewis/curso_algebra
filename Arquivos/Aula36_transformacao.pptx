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522" r:id="rId2"/>
    <p:sldId id="518" r:id="rId3"/>
    <p:sldId id="528" r:id="rId4"/>
    <p:sldId id="517" r:id="rId5"/>
    <p:sldId id="519" r:id="rId6"/>
    <p:sldId id="341" r:id="rId7"/>
    <p:sldId id="386" r:id="rId8"/>
    <p:sldId id="524" r:id="rId9"/>
    <p:sldId id="529" r:id="rId10"/>
    <p:sldId id="527" r:id="rId11"/>
    <p:sldId id="525" r:id="rId12"/>
    <p:sldId id="526" r:id="rId13"/>
    <p:sldId id="53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98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986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0D42B4AB-9789-4E84-8D70-2F21FDFACE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41CB20-C36E-45EF-9205-BDB7C897FECB}" type="slidenum">
              <a:rPr lang="pt-BR" altLang="pt-BR" b="0"/>
              <a:pPr eaLnBrk="1" hangingPunct="1"/>
              <a:t>7</a:t>
            </a:fld>
            <a:endParaRPr lang="pt-BR" altLang="pt-BR" b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780A02A-880B-4332-87ED-7BD22E7EE9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7823608-79FF-49F7-851D-5FAABF406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9C7E2A3-022E-484F-A982-D297CD0BCE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129FE9-DF01-49AF-BC98-8FFED2026E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65D392-0A7D-4F6A-A9B8-09688B5D69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9C9472-BA04-4A7E-8F49-12A198BCF6B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6262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0.png"/><Relationship Id="rId5" Type="http://schemas.openxmlformats.org/officeDocument/2006/relationships/image" Target="../media/image15.png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3C8D520-7409-4E0F-914D-FB5963CB6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473" y="4090548"/>
            <a:ext cx="6743700" cy="2114550"/>
          </a:xfrm>
          <a:prstGeom prst="rect">
            <a:avLst/>
          </a:prstGeom>
        </p:spPr>
      </p:pic>
      <p:sp>
        <p:nvSpPr>
          <p:cNvPr id="23" name="Retângulo 17">
            <a:extLst>
              <a:ext uri="{FF2B5EF4-FFF2-40B4-BE49-F238E27FC236}">
                <a16:creationId xmlns:a16="http://schemas.microsoft.com/office/drawing/2014/main" id="{C3F7B9DE-91BD-4034-9830-CF1B29524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89016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Transformação Linear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36104360-B793-4A08-A80E-435984F4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75" y="1052632"/>
            <a:ext cx="11224790" cy="3195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Muito importante em várias áreas, como Engenharia, Matemática, Física, </a:t>
            </a:r>
            <a:r>
              <a:rPr lang="pt-BR" altLang="pt-BR" sz="2801" dirty="0" err="1"/>
              <a:t>Deep</a:t>
            </a:r>
            <a:r>
              <a:rPr lang="pt-BR" altLang="pt-BR" sz="2801" dirty="0"/>
              <a:t> Learning, Medicina, Astronomia... Devido a sua forte aplicação em computação gráfica, processamento de imagens, criptografia, geometria diferencial...</a:t>
            </a:r>
          </a:p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endParaRPr lang="pt-BR" altLang="pt-BR" sz="2801" dirty="0"/>
          </a:p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Associação de cada elemento de um conjunto a um único elemento de outro conjunto.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C3F8F5B-3904-4010-81D3-77C4F8F3ABAD}"/>
                  </a:ext>
                </a:extLst>
              </p:cNvPr>
              <p:cNvSpPr txBox="1"/>
              <p:nvPr/>
            </p:nvSpPr>
            <p:spPr>
              <a:xfrm>
                <a:off x="5462930" y="6047396"/>
                <a:ext cx="15674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C3F8F5B-3904-4010-81D3-77C4F8F3A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930" y="6047396"/>
                <a:ext cx="15674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78465AC-AB8A-4317-83C5-572BCF69ADCB}"/>
              </a:ext>
            </a:extLst>
          </p:cNvPr>
          <p:cNvCxnSpPr/>
          <p:nvPr/>
        </p:nvCxnSpPr>
        <p:spPr>
          <a:xfrm>
            <a:off x="4009293" y="5416062"/>
            <a:ext cx="389675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2EBA3EF-A024-4683-B7A5-88BA8F8FCC9E}"/>
              </a:ext>
            </a:extLst>
          </p:cNvPr>
          <p:cNvCxnSpPr/>
          <p:nvPr/>
        </p:nvCxnSpPr>
        <p:spPr>
          <a:xfrm>
            <a:off x="3502856" y="5809958"/>
            <a:ext cx="464233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49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587CE5EF-FB76-499B-8F5E-FDFE95BAF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72" y="3820697"/>
            <a:ext cx="6743700" cy="2114550"/>
          </a:xfrm>
          <a:prstGeom prst="rect">
            <a:avLst/>
          </a:prstGeom>
        </p:spPr>
      </p:pic>
      <p:sp>
        <p:nvSpPr>
          <p:cNvPr id="23" name="Retângulo 17">
            <a:extLst>
              <a:ext uri="{FF2B5EF4-FFF2-40B4-BE49-F238E27FC236}">
                <a16:creationId xmlns:a16="http://schemas.microsoft.com/office/drawing/2014/main" id="{C3F7B9DE-91BD-4034-9830-CF1B29524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89016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Transformação Linear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36104360-B793-4A08-A80E-435984F4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92" y="1275002"/>
            <a:ext cx="1122479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Condições para satisfazer a linearidade de uma transformação: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097C115-2F43-4595-95C6-9A244B0267C1}"/>
                  </a:ext>
                </a:extLst>
              </p:cNvPr>
              <p:cNvSpPr txBox="1"/>
              <p:nvPr/>
            </p:nvSpPr>
            <p:spPr>
              <a:xfrm>
                <a:off x="641792" y="2462389"/>
                <a:ext cx="4062138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𝑘𝑢</m:t>
                                  </m:r>
                                </m:e>
                              </m:d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097C115-2F43-4595-95C6-9A244B026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92" y="2462389"/>
                <a:ext cx="4062138" cy="961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F73E77D-97EB-4330-86CA-AAC5EA1718DE}"/>
              </a:ext>
            </a:extLst>
          </p:cNvPr>
          <p:cNvCxnSpPr/>
          <p:nvPr/>
        </p:nvCxnSpPr>
        <p:spPr>
          <a:xfrm>
            <a:off x="3812347" y="5148775"/>
            <a:ext cx="389675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1C26796-AFE6-48CA-B40D-7C5BAC0E0204}"/>
              </a:ext>
            </a:extLst>
          </p:cNvPr>
          <p:cNvCxnSpPr/>
          <p:nvPr/>
        </p:nvCxnSpPr>
        <p:spPr>
          <a:xfrm>
            <a:off x="3305910" y="5542671"/>
            <a:ext cx="464233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54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7">
            <a:extLst>
              <a:ext uri="{FF2B5EF4-FFF2-40B4-BE49-F238E27FC236}">
                <a16:creationId xmlns:a16="http://schemas.microsoft.com/office/drawing/2014/main" id="{52B29C76-6CFD-418E-A7D1-18ACFAF3F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89016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Notação Matricial Transformação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E5E43-A83E-48AC-9745-CD8960907716}"/>
                  </a:ext>
                </a:extLst>
              </p:cNvPr>
              <p:cNvSpPr txBox="1"/>
              <p:nvPr/>
            </p:nvSpPr>
            <p:spPr>
              <a:xfrm>
                <a:off x="3159908" y="2082560"/>
                <a:ext cx="51303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E5E43-A83E-48AC-9745-CD8960907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908" y="2082560"/>
                <a:ext cx="513037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4F9AA411-39B6-4DAC-9171-62ECAEF69190}"/>
                  </a:ext>
                </a:extLst>
              </p:cNvPr>
              <p:cNvSpPr txBox="1"/>
              <p:nvPr/>
            </p:nvSpPr>
            <p:spPr>
              <a:xfrm>
                <a:off x="3774559" y="3529523"/>
                <a:ext cx="4389119" cy="8150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4F9AA411-39B6-4DAC-9171-62ECAEF69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559" y="3529523"/>
                <a:ext cx="4389119" cy="8150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DF2303FA-E567-4247-90D4-95199F88ABD4}"/>
              </a:ext>
            </a:extLst>
          </p:cNvPr>
          <p:cNvCxnSpPr/>
          <p:nvPr/>
        </p:nvCxnSpPr>
        <p:spPr>
          <a:xfrm>
            <a:off x="4599681" y="4344554"/>
            <a:ext cx="1125416" cy="10011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1">
            <a:extLst>
              <a:ext uri="{FF2B5EF4-FFF2-40B4-BE49-F238E27FC236}">
                <a16:creationId xmlns:a16="http://schemas.microsoft.com/office/drawing/2014/main" id="{3B30A8A1-BE76-4402-A449-D9664B6DB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733" y="5345723"/>
            <a:ext cx="4389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 T</a:t>
            </a:r>
          </a:p>
        </p:txBody>
      </p:sp>
    </p:spTree>
    <p:extLst>
      <p:ext uri="{BB962C8B-B14F-4D97-AF65-F5344CB8AC3E}">
        <p14:creationId xmlns:p14="http://schemas.microsoft.com/office/powerpoint/2010/main" val="72209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7">
            <a:extLst>
              <a:ext uri="{FF2B5EF4-FFF2-40B4-BE49-F238E27FC236}">
                <a16:creationId xmlns:a16="http://schemas.microsoft.com/office/drawing/2014/main" id="{89A5284D-B014-416E-BD84-6F6E049C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89016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Tipos de Transformação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E0944DD-122A-4DA2-98CF-D94B16E47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30" y="1301616"/>
            <a:ext cx="10446256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1) Homotetia: </a:t>
            </a:r>
            <a:r>
              <a:rPr lang="pt-BR" altLang="pt-BR" sz="2801" dirty="0"/>
              <a:t>segmentos homólogos. Proporções iguais.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F81CE49-A6BA-4ED9-BB16-C4364D776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073" y="5324597"/>
            <a:ext cx="2728785" cy="12444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BE272F8-AF54-4CDE-85AE-A067049A4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489" y="2016061"/>
            <a:ext cx="5028266" cy="33035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9CF4D92-1109-4C4E-B0EC-D4F894B16BF5}"/>
                  </a:ext>
                </a:extLst>
              </p:cNvPr>
              <p:cNvSpPr txBox="1"/>
              <p:nvPr/>
            </p:nvSpPr>
            <p:spPr>
              <a:xfrm>
                <a:off x="7336664" y="4599074"/>
                <a:ext cx="4389119" cy="800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9CF4D92-1109-4C4E-B0EC-D4F894B16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664" y="4599074"/>
                <a:ext cx="4389119" cy="8006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1">
            <a:extLst>
              <a:ext uri="{FF2B5EF4-FFF2-40B4-BE49-F238E27FC236}">
                <a16:creationId xmlns:a16="http://schemas.microsoft.com/office/drawing/2014/main" id="{7054F1DF-0712-4628-A448-8C3AF888E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505600"/>
            <a:ext cx="36388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8C5097A-A4C9-4B17-848E-DD66000A516F}"/>
                  </a:ext>
                </a:extLst>
              </p:cNvPr>
              <p:cNvSpPr txBox="1"/>
              <p:nvPr/>
            </p:nvSpPr>
            <p:spPr>
              <a:xfrm>
                <a:off x="8360899" y="3323336"/>
                <a:ext cx="2317796" cy="727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8C5097A-A4C9-4B17-848E-DD66000A5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899" y="3323336"/>
                <a:ext cx="2317796" cy="7270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92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6411947E-50C2-4399-A07E-359F45EBA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42" y="555405"/>
            <a:ext cx="11044716" cy="954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2) Translação: </a:t>
            </a:r>
            <a:r>
              <a:rPr lang="pt-BR" altLang="pt-BR" sz="2801" dirty="0"/>
              <a:t>movimento que mantém todas as suas propriedades geométricas (tamanho, ângulo e distâncias).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DA3E2E-C627-46C1-9F41-67C82F20BE10}"/>
                  </a:ext>
                </a:extLst>
              </p:cNvPr>
              <p:cNvSpPr txBox="1"/>
              <p:nvPr/>
            </p:nvSpPr>
            <p:spPr>
              <a:xfrm>
                <a:off x="7995386" y="3610332"/>
                <a:ext cx="3127929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DA3E2E-C627-46C1-9F41-67C82F20B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386" y="3610332"/>
                <a:ext cx="3127929" cy="7668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1">
            <a:extLst>
              <a:ext uri="{FF2B5EF4-FFF2-40B4-BE49-F238E27FC236}">
                <a16:creationId xmlns:a16="http://schemas.microsoft.com/office/drawing/2014/main" id="{CD34B14F-1B81-4CD8-B962-A4207E4F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932" y="1948697"/>
            <a:ext cx="36388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80E48DC-78B1-4E7F-8D77-45332AB1CE15}"/>
                  </a:ext>
                </a:extLst>
              </p:cNvPr>
              <p:cNvSpPr txBox="1"/>
              <p:nvPr/>
            </p:nvSpPr>
            <p:spPr>
              <a:xfrm>
                <a:off x="8625983" y="2686861"/>
                <a:ext cx="1497016" cy="6469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80E48DC-78B1-4E7F-8D77-45332AB1C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983" y="2686861"/>
                <a:ext cx="1497016" cy="646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553206A-07AA-4CCC-B532-7928482FD7D5}"/>
                  </a:ext>
                </a:extLst>
              </p:cNvPr>
              <p:cNvSpPr txBox="1"/>
              <p:nvPr/>
            </p:nvSpPr>
            <p:spPr>
              <a:xfrm>
                <a:off x="7364795" y="5633294"/>
                <a:ext cx="4389119" cy="829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𝑘𝑦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553206A-07AA-4CCC-B532-7928482FD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795" y="5633294"/>
                <a:ext cx="4389119" cy="8292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6E63E283-46AA-405F-BF2E-1C437D2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005" y="5124456"/>
            <a:ext cx="51347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Composição Homotetia e translação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11BB96-5BDD-4B7D-B50C-D5960097A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40" y="1730327"/>
            <a:ext cx="5689853" cy="4965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6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4">
            <a:extLst>
              <a:ext uri="{FF2B5EF4-FFF2-40B4-BE49-F238E27FC236}">
                <a16:creationId xmlns:a16="http://schemas.microsoft.com/office/drawing/2014/main" id="{DCC79062-E7F2-4423-8C83-938BB3099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26" y="678102"/>
            <a:ext cx="103784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800" dirty="0"/>
              <a:t>3) Rotação:</a:t>
            </a:r>
            <a:r>
              <a:rPr lang="pt-BR" altLang="pt-BR" sz="2800" b="0" dirty="0"/>
              <a:t> giro ao redor de um eixo de rotação.</a:t>
            </a:r>
            <a:endParaRPr lang="pt-BR" altLang="pt-BR" sz="2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11A15D-F8B2-47A2-B9F3-6BCBB889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32" y="1382012"/>
            <a:ext cx="4829175" cy="3914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4EC0093-0CA8-47B1-83E3-10C2E2D74776}"/>
                  </a:ext>
                </a:extLst>
              </p:cNvPr>
              <p:cNvSpPr txBox="1"/>
              <p:nvPr/>
            </p:nvSpPr>
            <p:spPr>
              <a:xfrm>
                <a:off x="608427" y="5972075"/>
                <a:ext cx="3549294" cy="6471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𝑒𝑛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𝑜𝑠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4EC0093-0CA8-47B1-83E3-10C2E2D74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27" y="5972075"/>
                <a:ext cx="3549294" cy="64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11">
            <a:extLst>
              <a:ext uri="{FF2B5EF4-FFF2-40B4-BE49-F238E27FC236}">
                <a16:creationId xmlns:a16="http://schemas.microsoft.com/office/drawing/2014/main" id="{9A24DBA5-BE03-49F4-A976-77A8B3057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21" y="5356534"/>
            <a:ext cx="35492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0A1DF01-B268-4928-9776-5AEEC94FA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7" y="1442746"/>
            <a:ext cx="4629150" cy="3676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A8BEB86-0927-49DD-B346-32E77C7731E4}"/>
                  </a:ext>
                </a:extLst>
              </p:cNvPr>
              <p:cNvSpPr txBox="1"/>
              <p:nvPr/>
            </p:nvSpPr>
            <p:spPr>
              <a:xfrm>
                <a:off x="5579452" y="5972075"/>
                <a:ext cx="6612548" cy="7412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𝑦𝑠𝑒𝑛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𝑥𝑠𝑒𝑛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𝑦𝑐𝑜𝑠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A8BEB86-0927-49DD-B346-32E77C773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452" y="5972075"/>
                <a:ext cx="6612548" cy="7412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5FB38325-AE92-4A9D-8CC8-500DEB564E15}"/>
              </a:ext>
            </a:extLst>
          </p:cNvPr>
          <p:cNvSpPr/>
          <p:nvPr/>
        </p:nvSpPr>
        <p:spPr>
          <a:xfrm>
            <a:off x="4263675" y="6121136"/>
            <a:ext cx="1209822" cy="348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52" y="595042"/>
            <a:ext cx="1081805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4) Reflexão ou Simetria: </a:t>
            </a:r>
            <a:r>
              <a:rPr lang="pt-BR" altLang="pt-BR" sz="3200" dirty="0"/>
              <a:t>Posições opostas a um referencial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E084B3-C529-4C48-A6E2-76DED016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1" y="1907832"/>
            <a:ext cx="3581509" cy="4498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B3290B5-77A6-4236-8A2E-E2D1BC198C64}"/>
                  </a:ext>
                </a:extLst>
              </p:cNvPr>
              <p:cNvSpPr txBox="1"/>
              <p:nvPr/>
            </p:nvSpPr>
            <p:spPr>
              <a:xfrm>
                <a:off x="7107558" y="3312742"/>
                <a:ext cx="2416270" cy="7185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B3290B5-77A6-4236-8A2E-E2D1BC198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558" y="3312742"/>
                <a:ext cx="2416270" cy="718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FD915DC-FB1F-4152-B754-CD2AFE983CE2}"/>
                  </a:ext>
                </a:extLst>
              </p:cNvPr>
              <p:cNvSpPr txBox="1"/>
              <p:nvPr/>
            </p:nvSpPr>
            <p:spPr>
              <a:xfrm>
                <a:off x="6602437" y="4470287"/>
                <a:ext cx="3780837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FD915DC-FB1F-4152-B754-CD2AFE983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437" y="4470287"/>
                <a:ext cx="3780837" cy="7184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1">
            <a:extLst>
              <a:ext uri="{FF2B5EF4-FFF2-40B4-BE49-F238E27FC236}">
                <a16:creationId xmlns:a16="http://schemas.microsoft.com/office/drawing/2014/main" id="{E2C8C87B-9CB2-4AE4-92C9-42724EE21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37" y="2412127"/>
            <a:ext cx="4389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EBC142D2-A137-4069-80C5-F83FDCA3398C}"/>
                  </a:ext>
                </a:extLst>
              </p:cNvPr>
              <p:cNvSpPr txBox="1"/>
              <p:nvPr/>
            </p:nvSpPr>
            <p:spPr>
              <a:xfrm>
                <a:off x="6602436" y="5544492"/>
                <a:ext cx="3780837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EBC142D2-A137-4069-80C5-F83FDCA33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436" y="5544492"/>
                <a:ext cx="3780837" cy="718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76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76" y="642711"/>
            <a:ext cx="1081805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5) Cisalhamento: </a:t>
            </a:r>
            <a:r>
              <a:rPr lang="pt-BR" altLang="pt-BR" sz="3200" dirty="0"/>
              <a:t>transformação que altera a forma geométrica do corpo ou a direção do vetor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C48BFB9-8599-4596-A200-722B3DB73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73" y="2408690"/>
            <a:ext cx="5782042" cy="34358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806CD0C-AD11-4D65-9896-C7000E95D0C0}"/>
                  </a:ext>
                </a:extLst>
              </p:cNvPr>
              <p:cNvSpPr txBox="1"/>
              <p:nvPr/>
            </p:nvSpPr>
            <p:spPr>
              <a:xfrm>
                <a:off x="7127230" y="2874855"/>
                <a:ext cx="2086301" cy="727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806CD0C-AD11-4D65-9896-C7000E95D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230" y="2874855"/>
                <a:ext cx="2086301" cy="7270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F019404-A73B-4D90-BE2D-B916A0455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176" y="2071251"/>
            <a:ext cx="35681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3F88167-0CD8-4E74-BC89-307FA5B9D3BF}"/>
                  </a:ext>
                </a:extLst>
              </p:cNvPr>
              <p:cNvSpPr txBox="1"/>
              <p:nvPr/>
            </p:nvSpPr>
            <p:spPr>
              <a:xfrm>
                <a:off x="7127229" y="5048810"/>
                <a:ext cx="2086301" cy="727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3F88167-0CD8-4E74-BC89-307FA5B9D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229" y="5048810"/>
                <a:ext cx="2086301" cy="727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1">
            <a:extLst>
              <a:ext uri="{FF2B5EF4-FFF2-40B4-BE49-F238E27FC236}">
                <a16:creationId xmlns:a16="http://schemas.microsoft.com/office/drawing/2014/main" id="{F72DFC5A-C58A-49C7-AAE8-F41ED1F3E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9195" y="3007551"/>
            <a:ext cx="1101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K ≠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F66A3ADD-F4AE-4906-81E3-2B8E54E52C3F}"/>
                  </a:ext>
                </a:extLst>
              </p:cNvPr>
              <p:cNvSpPr txBox="1"/>
              <p:nvPr/>
            </p:nvSpPr>
            <p:spPr>
              <a:xfrm>
                <a:off x="7127229" y="3893884"/>
                <a:ext cx="3780837" cy="800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𝑘𝑦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F66A3ADD-F4AE-4906-81E3-2B8E54E52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229" y="3893884"/>
                <a:ext cx="3780837" cy="8006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1">
            <a:extLst>
              <a:ext uri="{FF2B5EF4-FFF2-40B4-BE49-F238E27FC236}">
                <a16:creationId xmlns:a16="http://schemas.microsoft.com/office/drawing/2014/main" id="{50576D8C-2345-43DC-9FB2-9D77FA944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8066" y="4063385"/>
            <a:ext cx="1101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Eixo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D221B22B-06E0-487F-9C4B-EA5F02339F94}"/>
                  </a:ext>
                </a:extLst>
              </p:cNvPr>
              <p:cNvSpPr txBox="1"/>
              <p:nvPr/>
            </p:nvSpPr>
            <p:spPr>
              <a:xfrm>
                <a:off x="7101695" y="5921033"/>
                <a:ext cx="3780837" cy="720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𝑘𝑥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D221B22B-06E0-487F-9C4B-EA5F02339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695" y="5921033"/>
                <a:ext cx="3780837" cy="7205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1">
            <a:extLst>
              <a:ext uri="{FF2B5EF4-FFF2-40B4-BE49-F238E27FC236}">
                <a16:creationId xmlns:a16="http://schemas.microsoft.com/office/drawing/2014/main" id="{16895682-48CB-4D0B-A92F-3BD83588F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480" y="6050491"/>
            <a:ext cx="1101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Eixo y</a:t>
            </a:r>
          </a:p>
        </p:txBody>
      </p:sp>
    </p:spTree>
    <p:extLst>
      <p:ext uri="{BB962C8B-B14F-4D97-AF65-F5344CB8AC3E}">
        <p14:creationId xmlns:p14="http://schemas.microsoft.com/office/powerpoint/2010/main" val="44081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234" y="581899"/>
            <a:ext cx="1122092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6) Alongamento (dilatação) ou contração: </a:t>
            </a:r>
            <a:r>
              <a:rPr lang="pt-BR" altLang="pt-BR" sz="3200" dirty="0"/>
              <a:t>deformação por aumento ou diminuição de comprimento ou largura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F6F47C-9F59-48CF-954A-ECD94E76B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4" y="2534632"/>
            <a:ext cx="7458075" cy="329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F09EF54-A16A-4D04-B0F1-9DA11F98B242}"/>
                  </a:ext>
                </a:extLst>
              </p:cNvPr>
              <p:cNvSpPr txBox="1"/>
              <p:nvPr/>
            </p:nvSpPr>
            <p:spPr>
              <a:xfrm>
                <a:off x="7542370" y="2406521"/>
                <a:ext cx="1843674" cy="727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F09EF54-A16A-4D04-B0F1-9DA11F98B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370" y="2406521"/>
                <a:ext cx="1843674" cy="7270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1">
            <a:extLst>
              <a:ext uri="{FF2B5EF4-FFF2-40B4-BE49-F238E27FC236}">
                <a16:creationId xmlns:a16="http://schemas.microsoft.com/office/drawing/2014/main" id="{D160FFE2-4225-46F9-A4AE-439DED6D5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038" y="1648369"/>
            <a:ext cx="3515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AB60022-B69B-409D-A08A-643951398596}"/>
                  </a:ext>
                </a:extLst>
              </p:cNvPr>
              <p:cNvSpPr txBox="1"/>
              <p:nvPr/>
            </p:nvSpPr>
            <p:spPr>
              <a:xfrm>
                <a:off x="7542370" y="4938892"/>
                <a:ext cx="2086301" cy="727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AB60022-B69B-409D-A08A-643951398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370" y="4938892"/>
                <a:ext cx="2086301" cy="727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1">
            <a:extLst>
              <a:ext uri="{FF2B5EF4-FFF2-40B4-BE49-F238E27FC236}">
                <a16:creationId xmlns:a16="http://schemas.microsoft.com/office/drawing/2014/main" id="{3C469887-248C-403E-86EC-5C6F720C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9796" y="2432716"/>
            <a:ext cx="1101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K ≠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5E12DB8-F3F2-4494-B3A8-604F50EDBD9D}"/>
                  </a:ext>
                </a:extLst>
              </p:cNvPr>
              <p:cNvSpPr txBox="1"/>
              <p:nvPr/>
            </p:nvSpPr>
            <p:spPr>
              <a:xfrm>
                <a:off x="7148474" y="3343367"/>
                <a:ext cx="3780837" cy="800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5E12DB8-F3F2-4494-B3A8-604F50EDB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474" y="3343367"/>
                <a:ext cx="3780837" cy="8006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CC7C94B-F208-4C28-994F-73012A64EDD4}"/>
                  </a:ext>
                </a:extLst>
              </p:cNvPr>
              <p:cNvSpPr txBox="1"/>
              <p:nvPr/>
            </p:nvSpPr>
            <p:spPr>
              <a:xfrm>
                <a:off x="7353341" y="5896747"/>
                <a:ext cx="3780837" cy="720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𝑘𝑦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CC7C94B-F208-4C28-994F-73012A64E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341" y="5896747"/>
                <a:ext cx="3780837" cy="7205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1">
            <a:extLst>
              <a:ext uri="{FF2B5EF4-FFF2-40B4-BE49-F238E27FC236}">
                <a16:creationId xmlns:a16="http://schemas.microsoft.com/office/drawing/2014/main" id="{A4A79E23-7341-4413-A46F-AB8C2CCB3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194" y="3475941"/>
            <a:ext cx="1101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Eixo x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F8E0EC73-B942-495F-9F6C-E5492D147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0838" y="6045268"/>
            <a:ext cx="1101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Eixo y</a:t>
            </a:r>
          </a:p>
        </p:txBody>
      </p:sp>
    </p:spTree>
    <p:extLst>
      <p:ext uri="{BB962C8B-B14F-4D97-AF65-F5344CB8AC3E}">
        <p14:creationId xmlns:p14="http://schemas.microsoft.com/office/powerpoint/2010/main" val="242654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52" y="595042"/>
            <a:ext cx="1081805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7) Transformação Identidade: </a:t>
            </a:r>
            <a:r>
              <a:rPr lang="pt-BR" altLang="pt-BR" sz="3200" dirty="0"/>
              <a:t>transforma cada ponto nele mesmo.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8F36408-82B8-479D-84C7-C106CAAC296B}"/>
                  </a:ext>
                </a:extLst>
              </p:cNvPr>
              <p:cNvSpPr txBox="1"/>
              <p:nvPr/>
            </p:nvSpPr>
            <p:spPr>
              <a:xfrm>
                <a:off x="4937798" y="3429000"/>
                <a:ext cx="2541563" cy="7185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8F36408-82B8-479D-84C7-C106CAAC2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98" y="3429000"/>
                <a:ext cx="2541563" cy="7185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820EF2E-8443-436D-9720-8A58B13E85A0}"/>
                  </a:ext>
                </a:extLst>
              </p:cNvPr>
              <p:cNvSpPr txBox="1"/>
              <p:nvPr/>
            </p:nvSpPr>
            <p:spPr>
              <a:xfrm>
                <a:off x="4097071" y="4681241"/>
                <a:ext cx="4389119" cy="720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820EF2E-8443-436D-9720-8A58B13E8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071" y="4681241"/>
                <a:ext cx="4389119" cy="720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1">
            <a:extLst>
              <a:ext uri="{FF2B5EF4-FFF2-40B4-BE49-F238E27FC236}">
                <a16:creationId xmlns:a16="http://schemas.microsoft.com/office/drawing/2014/main" id="{2C3788CA-94C6-42DF-809E-8226F146A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742" y="2454330"/>
            <a:ext cx="4389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</p:spTree>
    <p:extLst>
      <p:ext uri="{BB962C8B-B14F-4D97-AF65-F5344CB8AC3E}">
        <p14:creationId xmlns:p14="http://schemas.microsoft.com/office/powerpoint/2010/main" val="159551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43" y="763854"/>
            <a:ext cx="11059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8) Transformação Nula: </a:t>
            </a:r>
            <a:r>
              <a:rPr lang="pt-BR" altLang="pt-BR" sz="3200" dirty="0"/>
              <a:t>objetivo de deslocar para a origem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927FE10-465B-4A6B-BC6D-E9FB7936877B}"/>
                  </a:ext>
                </a:extLst>
              </p:cNvPr>
              <p:cNvSpPr txBox="1"/>
              <p:nvPr/>
            </p:nvSpPr>
            <p:spPr>
              <a:xfrm>
                <a:off x="3901439" y="3303230"/>
                <a:ext cx="4389119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927FE10-465B-4A6B-BC6D-E9FB79368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439" y="3303230"/>
                <a:ext cx="4389119" cy="718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ACB45F3-76CD-46B8-94FC-9C7C67147C5D}"/>
                  </a:ext>
                </a:extLst>
              </p:cNvPr>
              <p:cNvSpPr txBox="1"/>
              <p:nvPr/>
            </p:nvSpPr>
            <p:spPr>
              <a:xfrm>
                <a:off x="4097071" y="4681241"/>
                <a:ext cx="4389119" cy="720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ACB45F3-76CD-46B8-94FC-9C7C67147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071" y="4681241"/>
                <a:ext cx="4389119" cy="720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1">
            <a:extLst>
              <a:ext uri="{FF2B5EF4-FFF2-40B4-BE49-F238E27FC236}">
                <a16:creationId xmlns:a16="http://schemas.microsoft.com/office/drawing/2014/main" id="{AA0CF47C-1046-4A33-90F4-C71564A8E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742" y="2454330"/>
            <a:ext cx="4389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Matriz da transformação</a:t>
            </a:r>
          </a:p>
        </p:txBody>
      </p:sp>
    </p:spTree>
    <p:extLst>
      <p:ext uri="{BB962C8B-B14F-4D97-AF65-F5344CB8AC3E}">
        <p14:creationId xmlns:p14="http://schemas.microsoft.com/office/powerpoint/2010/main" val="264367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234" y="581899"/>
            <a:ext cx="1122092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9) Transformações Lineares Inversas: </a:t>
            </a:r>
            <a:r>
              <a:rPr lang="pt-BR" altLang="pt-BR" sz="3200" dirty="0"/>
              <a:t>reverte a transformação à sua forma original.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9A08FC5-11FF-4B3E-A1E7-AF81F43F6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8" y="2105905"/>
            <a:ext cx="8088923" cy="41701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BBF33A2-B0A7-496F-87F5-3305EBC4E2C7}"/>
                  </a:ext>
                </a:extLst>
              </p:cNvPr>
              <p:cNvSpPr txBox="1"/>
              <p:nvPr/>
            </p:nvSpPr>
            <p:spPr>
              <a:xfrm>
                <a:off x="9746486" y="4767996"/>
                <a:ext cx="19368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BBF33A2-B0A7-496F-87F5-3305EBC4E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486" y="4767996"/>
                <a:ext cx="193681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EE23C65-6AAA-4FBD-B6CE-4FD00208DFE3}"/>
                  </a:ext>
                </a:extLst>
              </p:cNvPr>
              <p:cNvSpPr txBox="1"/>
              <p:nvPr/>
            </p:nvSpPr>
            <p:spPr>
              <a:xfrm>
                <a:off x="9931152" y="3213556"/>
                <a:ext cx="15674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EE23C65-6AAA-4FBD-B6CE-4FD00208D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152" y="3213556"/>
                <a:ext cx="156748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B5A3A61D-4F80-446D-80ED-869A05CFAB77}"/>
              </a:ext>
            </a:extLst>
          </p:cNvPr>
          <p:cNvSpPr/>
          <p:nvPr/>
        </p:nvSpPr>
        <p:spPr>
          <a:xfrm>
            <a:off x="10536702" y="3854549"/>
            <a:ext cx="323556" cy="7737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50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5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12906</TotalTime>
  <Words>388</Words>
  <Application>Microsoft Office PowerPoint</Application>
  <PresentationFormat>Widescreen</PresentationFormat>
  <Paragraphs>67</Paragraphs>
  <Slides>13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763</cp:revision>
  <dcterms:created xsi:type="dcterms:W3CDTF">2020-11-26T18:44:25Z</dcterms:created>
  <dcterms:modified xsi:type="dcterms:W3CDTF">2021-08-07T15:49:04Z</dcterms:modified>
</cp:coreProperties>
</file>