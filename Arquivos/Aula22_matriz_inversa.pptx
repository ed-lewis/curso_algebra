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2" r:id="rId2"/>
    <p:sldId id="43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A4570-81C0-423A-94B3-0CEBDFB059A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43B3C-6B56-4DB9-B8C5-7AAFDCBAF5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94466-33D4-4291-AEAB-7DF5951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FC2AE-93AC-4680-8E7C-B02CB197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54236-9168-49B8-BC9E-CF41B465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80C4A-8AD4-4FC6-87E9-7CA1E02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D231B-0F56-44C4-B2A7-1017698E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ADD8-0B53-44E3-92A7-75C9F828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1DEF2-57B0-4E4C-A2FD-A9EDE633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92E1-EF5F-4177-A65B-65AEBAE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87010-2C39-4AEB-833C-16B0EC62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898AF-588A-4892-968A-ABFE954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5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E29DB-B9F1-41DF-B604-5533FBFA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C934-FDC0-453A-8B03-CC1845C0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5B5CD-2E6D-4712-80D9-8422C11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2413D-C958-4F78-AA2D-365AF04A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B3E4D-6BA3-4415-80D5-E0BCFD1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5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B79B8-5798-415F-BEC8-9449C87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6D46B-F31B-437E-87AA-879EC0AF6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5E6E9-120E-4119-AE60-B175FF9E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1CA78-AA2E-41D6-960B-5CA60B1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69B28-2C38-4790-901C-7239BAE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F6621F-49FD-45A9-9381-8E9B565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6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CFB2-05E5-469A-A221-C2450C8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DAA59-8B01-4D64-97B7-10AD559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3C0BDC-4F4F-487F-8C55-53A0A38A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57F3EA-1617-4594-9736-18B1B044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CA8F34-5316-4F01-A2C0-0FCA2676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363F45-C4D4-4493-B200-8C67BB65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B3CF5C-3D4B-436D-B1A6-32BA1BE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19D8B8-B300-4377-B784-45CB306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29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AE2E9-6B3C-4ABC-9168-0A9FFCEF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F18D2-3152-4968-BE18-2527E67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9F55EA-76D4-486C-849A-4A762B5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22ED98-7ABE-4270-AAD6-645A1E27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DF1FEE-8714-458A-9236-55AB851A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128630-B400-439D-8FD6-7C95A082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60FDC8-5046-4D4E-943D-51AF3235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1A1F-51B4-4ABB-AF32-A3634206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694D5-0149-432D-8B95-6BBAE349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68A95-224F-465C-ACEB-E0FFE218A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8D33D-ED48-4F75-94FB-EB701647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3291-E87E-4E1F-BA75-9AB958B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882FF1-8A36-448A-BC6E-EC64D4B6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2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A6073-6014-4043-BE2D-20BCF986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E7003-D0E2-45C3-B9E0-5E71D21E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46E02D-B33F-4063-A944-75D22F25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BA53E-5280-4F19-B9EC-13EDF7B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751-C1C0-4F88-A020-0831D9C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D7C60B-9C74-4FEB-90BB-282213C8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97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56574-CF26-47C8-AF0C-B847C3C2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7281DF-1488-4181-96DB-4AFD3564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7EBF4-DB7E-4E9B-B749-26975E99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ACBE3-FF6F-4046-BBFB-4F79F33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7086A-B25A-44EE-AD4B-E111044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BA9F9-8E36-4035-A04B-03BBC8982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F3AD45-D5F8-44FD-928C-BF99F8B8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7D66E-2272-43D1-9940-95CD6F89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757E6-72B0-469C-A808-56DC290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322F-100D-4FCE-AE9A-92BAA82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33705E-AD18-46DB-9B9E-463034FF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B9AC-6007-4C88-A0E9-4E131A21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962D1-C7EF-48E8-80E5-524E6121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5984B-C99F-4A38-A308-4C0AB46BC4AE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0CF00F-0B12-4CCE-9938-ACF09688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9F014-1BA4-4394-9471-4FCFAAC6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42890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416741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Matrizes </a:t>
            </a:r>
            <a:r>
              <a:rPr lang="pt-BR" altLang="pt-BR" sz="3200" b="1" dirty="0" err="1"/>
              <a:t>inversíveis</a:t>
            </a:r>
            <a:endParaRPr lang="pt-BR" altLang="pt-BR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/>
              <p:nvPr/>
            </p:nvSpPr>
            <p:spPr>
              <a:xfrm>
                <a:off x="601413" y="3991011"/>
                <a:ext cx="1799018" cy="727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13" y="3991011"/>
                <a:ext cx="1799018" cy="7272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17">
            <a:extLst>
              <a:ext uri="{FF2B5EF4-FFF2-40B4-BE49-F238E27FC236}">
                <a16:creationId xmlns:a16="http://schemas.microsoft.com/office/drawing/2014/main" id="{167A60E7-ECA3-4F06-9F40-72E1556FA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40" y="1372879"/>
            <a:ext cx="11116975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dirty="0"/>
              <a:t>Uma matriz quadrada A é </a:t>
            </a:r>
            <a:r>
              <a:rPr lang="pt-BR" altLang="pt-BR" sz="2800" dirty="0" err="1"/>
              <a:t>inversível</a:t>
            </a:r>
            <a:r>
              <a:rPr lang="pt-BR" altLang="pt-BR" sz="2800" dirty="0"/>
              <a:t> se existe a matriz B tal que:</a:t>
            </a:r>
          </a:p>
          <a:p>
            <a:pPr eaLnBrk="1" hangingPunct="1"/>
            <a:endParaRPr lang="pt-BR" altLang="pt-BR" sz="2800" dirty="0"/>
          </a:p>
          <a:p>
            <a:pPr algn="ctr" eaLnBrk="1" hangingPunct="1"/>
            <a:r>
              <a:rPr lang="pt-BR" altLang="pt-BR" sz="2800" dirty="0"/>
              <a:t>A.B = B.A = I</a:t>
            </a:r>
          </a:p>
          <a:p>
            <a:pPr algn="ctr" eaLnBrk="1" hangingPunct="1"/>
            <a:endParaRPr lang="pt-BR" altLang="pt-BR" sz="2800" dirty="0"/>
          </a:p>
          <a:p>
            <a:pPr eaLnBrk="1" hangingPunct="1"/>
            <a:r>
              <a:rPr lang="pt-BR" altLang="pt-BR" sz="2800" dirty="0"/>
              <a:t>Onde I é a matriz identidade.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99FB39B-5C05-4B89-B02B-73E0F52A3C5B}"/>
                  </a:ext>
                </a:extLst>
              </p:cNvPr>
              <p:cNvSpPr txBox="1"/>
              <p:nvPr/>
            </p:nvSpPr>
            <p:spPr>
              <a:xfrm>
                <a:off x="601413" y="5296099"/>
                <a:ext cx="2348528" cy="724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99FB39B-5C05-4B89-B02B-73E0F52A3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13" y="5296099"/>
                <a:ext cx="2348528" cy="7244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E797CA90-7899-4DD6-929A-EE34FEF59F42}"/>
              </a:ext>
            </a:extLst>
          </p:cNvPr>
          <p:cNvCxnSpPr/>
          <p:nvPr/>
        </p:nvCxnSpPr>
        <p:spPr>
          <a:xfrm>
            <a:off x="3530988" y="3794060"/>
            <a:ext cx="0" cy="246606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F976B8C-5FFB-412D-8361-9BAEDC4FC15C}"/>
                  </a:ext>
                </a:extLst>
              </p:cNvPr>
              <p:cNvSpPr txBox="1"/>
              <p:nvPr/>
            </p:nvSpPr>
            <p:spPr>
              <a:xfrm>
                <a:off x="3930853" y="3991011"/>
                <a:ext cx="7409016" cy="7344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6−5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10+10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3−3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−5+6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F976B8C-5FFB-412D-8361-9BAEDC4FC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853" y="3991011"/>
                <a:ext cx="7409016" cy="7344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9AC3964-073E-4E21-8FF2-2C367F1A3E81}"/>
                  </a:ext>
                </a:extLst>
              </p:cNvPr>
              <p:cNvSpPr txBox="1"/>
              <p:nvPr/>
            </p:nvSpPr>
            <p:spPr>
              <a:xfrm>
                <a:off x="3930853" y="5299080"/>
                <a:ext cx="2792752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9AC3964-073E-4E21-8FF2-2C367F1A3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853" y="5299080"/>
                <a:ext cx="2792752" cy="7184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tângulo 17">
            <a:extLst>
              <a:ext uri="{FF2B5EF4-FFF2-40B4-BE49-F238E27FC236}">
                <a16:creationId xmlns:a16="http://schemas.microsoft.com/office/drawing/2014/main" id="{58327FA1-FD43-439B-BDD3-C2EEA85E2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361" y="5396703"/>
            <a:ext cx="3066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dirty="0"/>
              <a:t>Portanto, B = A</a:t>
            </a:r>
            <a:r>
              <a:rPr lang="pt-BR" altLang="pt-BR" sz="2800" baseline="30000" dirty="0"/>
              <a:t>-1</a:t>
            </a:r>
            <a:r>
              <a:rPr lang="pt-BR" altLang="pt-BR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726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9651</TotalTime>
  <Words>73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Galdino</dc:creator>
  <cp:lastModifiedBy>Luciano</cp:lastModifiedBy>
  <cp:revision>686</cp:revision>
  <dcterms:created xsi:type="dcterms:W3CDTF">2020-11-26T18:44:25Z</dcterms:created>
  <dcterms:modified xsi:type="dcterms:W3CDTF">2021-07-29T14:32:07Z</dcterms:modified>
</cp:coreProperties>
</file>