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2" r:id="rId2"/>
    <p:sldId id="341" r:id="rId3"/>
    <p:sldId id="512" r:id="rId4"/>
    <p:sldId id="51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487379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Resolução de um sistema linear 2 x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F03352C-0BD2-4178-BB0E-F115A1597E33}"/>
                  </a:ext>
                </a:extLst>
              </p:cNvPr>
              <p:cNvSpPr txBox="1"/>
              <p:nvPr/>
            </p:nvSpPr>
            <p:spPr>
              <a:xfrm>
                <a:off x="4401636" y="4727689"/>
                <a:ext cx="27978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F03352C-0BD2-4178-BB0E-F115A1597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636" y="4727689"/>
                <a:ext cx="279788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1">
            <a:extLst>
              <a:ext uri="{FF2B5EF4-FFF2-40B4-BE49-F238E27FC236}">
                <a16:creationId xmlns:a16="http://schemas.microsoft.com/office/drawing/2014/main" id="{D67BF1A7-3695-4679-AA02-5D3BE4CF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1574644"/>
            <a:ext cx="1039602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Sistema com duas equações e duas incógnitas.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67803-59A8-4B8C-92E3-B3E613DDC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2654414"/>
            <a:ext cx="10818056" cy="181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Exemplo: </a:t>
            </a:r>
            <a:r>
              <a:rPr lang="pt-BR" altLang="pt-BR" sz="2801" dirty="0"/>
              <a:t>Uma pessoa comprou um produto A e 4 produtos B por R$200,00. Uma segunda pessoa comprou 2 produtos A e 3 produtos B por R$180,00. Qual o valor do produto A e do produto B?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5A4545C-AB33-4AB3-9F84-1F60CE2E6A26}"/>
                  </a:ext>
                </a:extLst>
              </p:cNvPr>
              <p:cNvSpPr txBox="1"/>
              <p:nvPr/>
            </p:nvSpPr>
            <p:spPr>
              <a:xfrm>
                <a:off x="4401636" y="5220132"/>
                <a:ext cx="27978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5A4545C-AB33-4AB3-9F84-1F60CE2E6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636" y="5220132"/>
                <a:ext cx="27978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ave Esquerda 2">
            <a:extLst>
              <a:ext uri="{FF2B5EF4-FFF2-40B4-BE49-F238E27FC236}">
                <a16:creationId xmlns:a16="http://schemas.microsoft.com/office/drawing/2014/main" id="{E395426B-6162-4E96-BAF8-010F12B95E00}"/>
              </a:ext>
            </a:extLst>
          </p:cNvPr>
          <p:cNvSpPr/>
          <p:nvPr/>
        </p:nvSpPr>
        <p:spPr>
          <a:xfrm>
            <a:off x="4072667" y="4629289"/>
            <a:ext cx="328969" cy="11816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717" y="508095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Método da adição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D67BF1A7-3695-4679-AA02-5D3BE4CF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717" y="1216427"/>
            <a:ext cx="1039602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Tentar cancelar incógnitas para ficar apenas com uma incógnita.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A36D66-994B-476C-B974-5AF6424E0410}"/>
                  </a:ext>
                </a:extLst>
              </p:cNvPr>
              <p:cNvSpPr txBox="1"/>
              <p:nvPr/>
            </p:nvSpPr>
            <p:spPr>
              <a:xfrm>
                <a:off x="1170686" y="2199142"/>
                <a:ext cx="40044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  .(−2)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A36D66-994B-476C-B974-5AF6424E0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2199142"/>
                <a:ext cx="400443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1477A8A-3B93-4196-A949-768109F91427}"/>
                  </a:ext>
                </a:extLst>
              </p:cNvPr>
              <p:cNvSpPr txBox="1"/>
              <p:nvPr/>
            </p:nvSpPr>
            <p:spPr>
              <a:xfrm>
                <a:off x="1170686" y="2691585"/>
                <a:ext cx="27978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1477A8A-3B93-4196-A949-768109F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2691585"/>
                <a:ext cx="27978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have Esquerda 9">
            <a:extLst>
              <a:ext uri="{FF2B5EF4-FFF2-40B4-BE49-F238E27FC236}">
                <a16:creationId xmlns:a16="http://schemas.microsoft.com/office/drawing/2014/main" id="{76D9E74F-F234-40D2-A614-B4EC067AC5A8}"/>
              </a:ext>
            </a:extLst>
          </p:cNvPr>
          <p:cNvSpPr/>
          <p:nvPr/>
        </p:nvSpPr>
        <p:spPr>
          <a:xfrm>
            <a:off x="841717" y="2100742"/>
            <a:ext cx="328969" cy="11816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A0C5C89-DA7C-4CED-BD73-69D17ACB22DF}"/>
                  </a:ext>
                </a:extLst>
              </p:cNvPr>
              <p:cNvSpPr txBox="1"/>
              <p:nvPr/>
            </p:nvSpPr>
            <p:spPr>
              <a:xfrm>
                <a:off x="1170686" y="3546050"/>
                <a:ext cx="32403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=−400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A0C5C89-DA7C-4CED-BD73-69D17ACB2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3546050"/>
                <a:ext cx="324031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25C7651-855E-4307-AE96-0EB0A21FDFCC}"/>
                  </a:ext>
                </a:extLst>
              </p:cNvPr>
              <p:cNvSpPr txBox="1"/>
              <p:nvPr/>
            </p:nvSpPr>
            <p:spPr>
              <a:xfrm>
                <a:off x="1170686" y="4038493"/>
                <a:ext cx="27978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925C7651-855E-4307-AE96-0EB0A21F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4038493"/>
                <a:ext cx="2797882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have Esquerda 15">
            <a:extLst>
              <a:ext uri="{FF2B5EF4-FFF2-40B4-BE49-F238E27FC236}">
                <a16:creationId xmlns:a16="http://schemas.microsoft.com/office/drawing/2014/main" id="{A2D57B6E-DB2E-4A5F-8EB7-78C690B9C1F4}"/>
              </a:ext>
            </a:extLst>
          </p:cNvPr>
          <p:cNvSpPr/>
          <p:nvPr/>
        </p:nvSpPr>
        <p:spPr>
          <a:xfrm>
            <a:off x="841717" y="3447650"/>
            <a:ext cx="328969" cy="11816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7663C4D-7150-4DC3-8927-35BD52CA3DAA}"/>
              </a:ext>
            </a:extLst>
          </p:cNvPr>
          <p:cNvCxnSpPr/>
          <p:nvPr/>
        </p:nvCxnSpPr>
        <p:spPr>
          <a:xfrm>
            <a:off x="1184754" y="3574186"/>
            <a:ext cx="770656" cy="39290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4A01E76-E3A0-4046-B244-EF8B12FB0F83}"/>
              </a:ext>
            </a:extLst>
          </p:cNvPr>
          <p:cNvCxnSpPr/>
          <p:nvPr/>
        </p:nvCxnSpPr>
        <p:spPr>
          <a:xfrm>
            <a:off x="1140207" y="4106416"/>
            <a:ext cx="770656" cy="39290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2CB074A-C05E-48B4-95E1-B6AF5A9F82EE}"/>
                  </a:ext>
                </a:extLst>
              </p:cNvPr>
              <p:cNvSpPr txBox="1"/>
              <p:nvPr/>
            </p:nvSpPr>
            <p:spPr>
              <a:xfrm>
                <a:off x="1137864" y="4875557"/>
                <a:ext cx="24303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=−220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2CB074A-C05E-48B4-95E1-B6AF5A9F8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64" y="4875557"/>
                <a:ext cx="2430345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D001783-010F-4F81-8C23-4A7981765DB7}"/>
                  </a:ext>
                </a:extLst>
              </p:cNvPr>
              <p:cNvSpPr txBox="1"/>
              <p:nvPr/>
            </p:nvSpPr>
            <p:spPr>
              <a:xfrm>
                <a:off x="1137864" y="5470162"/>
                <a:ext cx="1896545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−220</m:t>
                          </m:r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D001783-010F-4F81-8C23-4A7981765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64" y="5470162"/>
                <a:ext cx="1896545" cy="9219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C749CDA-3F38-4805-8B67-D8730214CF35}"/>
              </a:ext>
            </a:extLst>
          </p:cNvPr>
          <p:cNvCxnSpPr>
            <a:cxnSpLocks/>
          </p:cNvCxnSpPr>
          <p:nvPr/>
        </p:nvCxnSpPr>
        <p:spPr>
          <a:xfrm flipV="1">
            <a:off x="3211437" y="2914253"/>
            <a:ext cx="3649252" cy="30223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CDF919-2F7F-4AFB-AC7C-1B89970F9E22}"/>
                  </a:ext>
                </a:extLst>
              </p:cNvPr>
              <p:cNvSpPr txBox="1"/>
              <p:nvPr/>
            </p:nvSpPr>
            <p:spPr>
              <a:xfrm>
                <a:off x="7037717" y="2421810"/>
                <a:ext cx="2372637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$44,00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CDF919-2F7F-4AFB-AC7C-1B89970F9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17" y="2421810"/>
                <a:ext cx="237263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108454F-D08E-41AC-8772-858D3B8E9C90}"/>
                  </a:ext>
                </a:extLst>
              </p:cNvPr>
              <p:cNvSpPr txBox="1"/>
              <p:nvPr/>
            </p:nvSpPr>
            <p:spPr>
              <a:xfrm>
                <a:off x="6939812" y="3474647"/>
                <a:ext cx="28876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 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D108454F-D08E-41AC-8772-858D3B8E9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12" y="3474647"/>
                <a:ext cx="288765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A7CE719-C08D-44B5-B5A8-9EE5712564ED}"/>
                  </a:ext>
                </a:extLst>
              </p:cNvPr>
              <p:cNvSpPr txBox="1"/>
              <p:nvPr/>
            </p:nvSpPr>
            <p:spPr>
              <a:xfrm>
                <a:off x="6939812" y="4156682"/>
                <a:ext cx="29199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+4.44=200 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A7CE719-C08D-44B5-B5A8-9EE571256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12" y="4156682"/>
                <a:ext cx="2919902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0590F0DB-6FD5-412A-A204-FF2A561F91EA}"/>
                  </a:ext>
                </a:extLst>
              </p:cNvPr>
              <p:cNvSpPr txBox="1"/>
              <p:nvPr/>
            </p:nvSpPr>
            <p:spPr>
              <a:xfrm>
                <a:off x="6923686" y="4917191"/>
                <a:ext cx="28349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=200−176 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0590F0DB-6FD5-412A-A204-FF2A561F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86" y="4917191"/>
                <a:ext cx="2834943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945BB60-9289-4CDF-A223-4692BB2D417E}"/>
                  </a:ext>
                </a:extLst>
              </p:cNvPr>
              <p:cNvSpPr txBox="1"/>
              <p:nvPr/>
            </p:nvSpPr>
            <p:spPr>
              <a:xfrm>
                <a:off x="6939812" y="5677700"/>
                <a:ext cx="2356030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$24,00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945BB60-9289-4CDF-A223-4692BB2D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812" y="5677700"/>
                <a:ext cx="2356030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inal de Adição 30">
            <a:extLst>
              <a:ext uri="{FF2B5EF4-FFF2-40B4-BE49-F238E27FC236}">
                <a16:creationId xmlns:a16="http://schemas.microsoft.com/office/drawing/2014/main" id="{6D9AB07A-3367-4A62-8F57-9A76441860E0}"/>
              </a:ext>
            </a:extLst>
          </p:cNvPr>
          <p:cNvSpPr/>
          <p:nvPr/>
        </p:nvSpPr>
        <p:spPr>
          <a:xfrm>
            <a:off x="4268940" y="3806505"/>
            <a:ext cx="442358" cy="5319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4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3" grpId="0"/>
      <p:bldP spid="15" grpId="0"/>
      <p:bldP spid="16" grpId="0" animBg="1"/>
      <p:bldP spid="18" grpId="0"/>
      <p:bldP spid="23" grpId="0"/>
      <p:bldP spid="25" grpId="0" animBg="1"/>
      <p:bldP spid="27" grpId="0"/>
      <p:bldP spid="28" grpId="0"/>
      <p:bldP spid="29" grpId="0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717" y="367418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Método da substituição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D67BF1A7-3695-4679-AA02-5D3BE4CF9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717" y="1075750"/>
            <a:ext cx="10961077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Isolar uma incógnita de uma equação e substituir na outra equação.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A36D66-994B-476C-B974-5AF6424E0410}"/>
                  </a:ext>
                </a:extLst>
              </p:cNvPr>
              <p:cNvSpPr txBox="1"/>
              <p:nvPr/>
            </p:nvSpPr>
            <p:spPr>
              <a:xfrm>
                <a:off x="1170686" y="2199142"/>
                <a:ext cx="27978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3A36D66-994B-476C-B974-5AF6424E0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2199142"/>
                <a:ext cx="2797882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1477A8A-3B93-4196-A949-768109F91427}"/>
                  </a:ext>
                </a:extLst>
              </p:cNvPr>
              <p:cNvSpPr txBox="1"/>
              <p:nvPr/>
            </p:nvSpPr>
            <p:spPr>
              <a:xfrm>
                <a:off x="1170686" y="2691585"/>
                <a:ext cx="279788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1477A8A-3B93-4196-A949-768109F91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686" y="2691585"/>
                <a:ext cx="279788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have Esquerda 9">
            <a:extLst>
              <a:ext uri="{FF2B5EF4-FFF2-40B4-BE49-F238E27FC236}">
                <a16:creationId xmlns:a16="http://schemas.microsoft.com/office/drawing/2014/main" id="{76D9E74F-F234-40D2-A614-B4EC067AC5A8}"/>
              </a:ext>
            </a:extLst>
          </p:cNvPr>
          <p:cNvSpPr/>
          <p:nvPr/>
        </p:nvSpPr>
        <p:spPr>
          <a:xfrm>
            <a:off x="841717" y="2100742"/>
            <a:ext cx="328969" cy="11816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A0C5C89-DA7C-4CED-BD73-69D17ACB22DF}"/>
                  </a:ext>
                </a:extLst>
              </p:cNvPr>
              <p:cNvSpPr txBox="1"/>
              <p:nvPr/>
            </p:nvSpPr>
            <p:spPr>
              <a:xfrm>
                <a:off x="5547572" y="2141613"/>
                <a:ext cx="257025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=200−4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A0C5C89-DA7C-4CED-BD73-69D17ACB2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572" y="2141613"/>
                <a:ext cx="257025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D001783-010F-4F81-8C23-4A7981765DB7}"/>
                  </a:ext>
                </a:extLst>
              </p:cNvPr>
              <p:cNvSpPr txBox="1"/>
              <p:nvPr/>
            </p:nvSpPr>
            <p:spPr>
              <a:xfrm>
                <a:off x="934756" y="5641573"/>
                <a:ext cx="1896545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−220</m:t>
                          </m:r>
                        </m:num>
                        <m:den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D001783-010F-4F81-8C23-4A7981765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56" y="5641573"/>
                <a:ext cx="1896545" cy="921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CDF919-2F7F-4AFB-AC7C-1B89970F9E22}"/>
                  </a:ext>
                </a:extLst>
              </p:cNvPr>
              <p:cNvSpPr txBox="1"/>
              <p:nvPr/>
            </p:nvSpPr>
            <p:spPr>
              <a:xfrm>
                <a:off x="3988295" y="5857462"/>
                <a:ext cx="2372637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$44,00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D0CDF919-2F7F-4AFB-AC7C-1B89970F9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295" y="5857462"/>
                <a:ext cx="237263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0590F0DB-6FD5-412A-A204-FF2A561F91EA}"/>
                  </a:ext>
                </a:extLst>
              </p:cNvPr>
              <p:cNvSpPr txBox="1"/>
              <p:nvPr/>
            </p:nvSpPr>
            <p:spPr>
              <a:xfrm>
                <a:off x="8372658" y="4917191"/>
                <a:ext cx="28349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=200−176 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0590F0DB-6FD5-412A-A204-FF2A561F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658" y="4917191"/>
                <a:ext cx="283494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945BB60-9289-4CDF-A223-4692BB2D417E}"/>
                  </a:ext>
                </a:extLst>
              </p:cNvPr>
              <p:cNvSpPr txBox="1"/>
              <p:nvPr/>
            </p:nvSpPr>
            <p:spPr>
              <a:xfrm>
                <a:off x="8388784" y="5677700"/>
                <a:ext cx="2356030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$24,00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945BB60-9289-4CDF-A223-4692BB2D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784" y="5677700"/>
                <a:ext cx="2356030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9FC08BF9-A49A-4EA3-AADE-46394D9D02E6}"/>
              </a:ext>
            </a:extLst>
          </p:cNvPr>
          <p:cNvSpPr/>
          <p:nvPr/>
        </p:nvSpPr>
        <p:spPr>
          <a:xfrm>
            <a:off x="4166816" y="2242691"/>
            <a:ext cx="1221110" cy="321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F045215-926E-4C47-A29C-F56404FACE1A}"/>
                  </a:ext>
                </a:extLst>
              </p:cNvPr>
              <p:cNvSpPr txBox="1"/>
              <p:nvPr/>
            </p:nvSpPr>
            <p:spPr>
              <a:xfrm>
                <a:off x="934756" y="3875915"/>
                <a:ext cx="455336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(200−4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F045215-926E-4C47-A29C-F56404FAC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56" y="3875915"/>
                <a:ext cx="4553362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EB9C83F-AD91-4DDA-B892-79746B63372D}"/>
              </a:ext>
            </a:extLst>
          </p:cNvPr>
          <p:cNvSpPr/>
          <p:nvPr/>
        </p:nvSpPr>
        <p:spPr>
          <a:xfrm>
            <a:off x="2307813" y="3177666"/>
            <a:ext cx="325238" cy="6023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8840296-27C1-42D5-8208-C9637E45F173}"/>
                  </a:ext>
                </a:extLst>
              </p:cNvPr>
              <p:cNvSpPr txBox="1"/>
              <p:nvPr/>
            </p:nvSpPr>
            <p:spPr>
              <a:xfrm>
                <a:off x="939980" y="4548903"/>
                <a:ext cx="39858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400−8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=180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8840296-27C1-42D5-8208-C9637E45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80" y="4548903"/>
                <a:ext cx="3985899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CBAFF00-96EC-4BF2-9A62-C8A022A9A89E}"/>
                  </a:ext>
                </a:extLst>
              </p:cNvPr>
              <p:cNvSpPr txBox="1"/>
              <p:nvPr/>
            </p:nvSpPr>
            <p:spPr>
              <a:xfrm>
                <a:off x="951216" y="5165500"/>
                <a:ext cx="24303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=−220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CBAFF00-96EC-4BF2-9A62-C8A022A9A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16" y="5165500"/>
                <a:ext cx="2430345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4CACD7E0-9467-4740-AE7C-C724858783E0}"/>
              </a:ext>
            </a:extLst>
          </p:cNvPr>
          <p:cNvSpPr/>
          <p:nvPr/>
        </p:nvSpPr>
        <p:spPr>
          <a:xfrm>
            <a:off x="3038669" y="5964702"/>
            <a:ext cx="746803" cy="298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D9C6BF1-A007-4184-9AF9-59367837538A}"/>
                  </a:ext>
                </a:extLst>
              </p:cNvPr>
              <p:cNvSpPr txBox="1"/>
              <p:nvPr/>
            </p:nvSpPr>
            <p:spPr>
              <a:xfrm>
                <a:off x="8372658" y="4236485"/>
                <a:ext cx="28301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=200−4.44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0D9C6BF1-A007-4184-9AF9-593678375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658" y="4236485"/>
                <a:ext cx="2830134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9E20BAE-62A7-4C9E-94D0-2A4B8C766A5B}"/>
              </a:ext>
            </a:extLst>
          </p:cNvPr>
          <p:cNvCxnSpPr>
            <a:stCxn id="13" idx="2"/>
            <a:endCxn id="35" idx="0"/>
          </p:cNvCxnSpPr>
          <p:nvPr/>
        </p:nvCxnSpPr>
        <p:spPr>
          <a:xfrm>
            <a:off x="6832700" y="2634056"/>
            <a:ext cx="2955025" cy="16024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59C44CEE-87A1-434E-943D-DACA68C7D86D}"/>
              </a:ext>
            </a:extLst>
          </p:cNvPr>
          <p:cNvCxnSpPr>
            <a:cxnSpLocks/>
          </p:cNvCxnSpPr>
          <p:nvPr/>
        </p:nvCxnSpPr>
        <p:spPr>
          <a:xfrm flipV="1">
            <a:off x="6465837" y="4699750"/>
            <a:ext cx="2011726" cy="13747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51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3" grpId="0"/>
      <p:bldP spid="23" grpId="0"/>
      <p:bldP spid="25" grpId="0" animBg="1"/>
      <p:bldP spid="29" grpId="0"/>
      <p:bldP spid="30" grpId="0" animBg="1"/>
      <p:bldP spid="3" grpId="0" animBg="1"/>
      <p:bldP spid="26" grpId="0"/>
      <p:bldP spid="4" grpId="0" animBg="1"/>
      <p:bldP spid="32" grpId="0"/>
      <p:bldP spid="33" grpId="0"/>
      <p:bldP spid="34" grpId="0" animBg="1"/>
      <p:bldP spid="35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11873</TotalTime>
  <Words>251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723</cp:revision>
  <dcterms:created xsi:type="dcterms:W3CDTF">2020-11-26T18:44:25Z</dcterms:created>
  <dcterms:modified xsi:type="dcterms:W3CDTF">2021-08-05T21:19:09Z</dcterms:modified>
</cp:coreProperties>
</file>